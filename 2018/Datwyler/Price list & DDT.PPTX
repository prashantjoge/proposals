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1" r:id="rId1"/>
  </p:sldMasterIdLst>
  <p:notesMasterIdLst>
    <p:notesMasterId r:id="rId9"/>
  </p:notesMasterIdLst>
  <p:handoutMasterIdLst>
    <p:handoutMasterId r:id="rId10"/>
  </p:handoutMasterIdLst>
  <p:sldIdLst>
    <p:sldId id="256" r:id="rId2"/>
    <p:sldId id="258" r:id="rId3"/>
    <p:sldId id="261" r:id="rId4"/>
    <p:sldId id="262" r:id="rId5"/>
    <p:sldId id="260" r:id="rId6"/>
    <p:sldId id="263" r:id="rId7"/>
    <p:sldId id="257" r:id="rId8"/>
  </p:sldIdLst>
  <p:sldSz cx="9144000" cy="6858000" type="screen4x3"/>
  <p:notesSz cx="6794500" cy="10007600"/>
  <p:custDataLst>
    <p:tags r:id="rId11"/>
  </p:custDataLst>
  <p:defaultTextStyle>
    <a:defPPr>
      <a:defRPr lang="de-CH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97">
          <p15:clr>
            <a:srgbClr val="A4A3A4"/>
          </p15:clr>
        </p15:guide>
        <p15:guide id="2" orient="horz" pos="983">
          <p15:clr>
            <a:srgbClr val="A4A3A4"/>
          </p15:clr>
        </p15:guide>
        <p15:guide id="3" pos="2835">
          <p15:clr>
            <a:srgbClr val="A4A3A4"/>
          </p15:clr>
        </p15:guide>
        <p15:guide id="4" pos="2971">
          <p15:clr>
            <a:srgbClr val="A4A3A4"/>
          </p15:clr>
        </p15:guide>
        <p15:guide id="5" pos="295">
          <p15:clr>
            <a:srgbClr val="A4A3A4"/>
          </p15:clr>
        </p15:guide>
        <p15:guide id="6" pos="54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417"/>
    <a:srgbClr val="009FB4"/>
    <a:srgbClr val="33B2C3"/>
    <a:srgbClr val="D9F1F4"/>
    <a:srgbClr val="B3E2E9"/>
    <a:srgbClr val="7FCFD9"/>
    <a:srgbClr val="4CBCCA"/>
    <a:srgbClr val="334EC3"/>
    <a:srgbClr val="646464"/>
    <a:srgbClr val="BE00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7" autoAdjust="0"/>
  </p:normalViewPr>
  <p:slideViewPr>
    <p:cSldViewPr snapToGrid="0">
      <p:cViewPr varScale="1">
        <p:scale>
          <a:sx n="74" d="100"/>
          <a:sy n="74" d="100"/>
        </p:scale>
        <p:origin x="1164" y="72"/>
      </p:cViewPr>
      <p:guideLst>
        <p:guide orient="horz" pos="3497"/>
        <p:guide orient="horz" pos="983"/>
        <p:guide pos="2835"/>
        <p:guide pos="2971"/>
        <p:guide pos="295"/>
        <p:guide pos="54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hyperlink" Target="DME-DTB17-03.xlsm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269F89-8FBB-4845-9C1D-C8D33728F4E4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</dgm:pt>
    <dgm:pt modelId="{51635BEB-75A4-49B8-A39C-C40B35B89CAA}">
      <dgm:prSet phldrT="[Text]"/>
      <dgm:spPr>
        <a:solidFill>
          <a:srgbClr val="009FB4"/>
        </a:solidFill>
      </dgm:spPr>
      <dgm:t>
        <a:bodyPr/>
        <a:lstStyle/>
        <a:p>
          <a:r>
            <a:rPr lang="en-GB" dirty="0" smtClean="0"/>
            <a:t>Price List &amp; Design Tool</a:t>
          </a:r>
          <a:endParaRPr lang="en-GB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file"/>
          </dgm14:cNvPr>
        </a:ext>
      </dgm:extLst>
    </dgm:pt>
    <dgm:pt modelId="{4E4B2F9A-C35A-4A9E-8205-EB409F960093}" type="parTrans" cxnId="{9DF380FD-47AA-4452-9493-1389ACBD79FA}">
      <dgm:prSet/>
      <dgm:spPr/>
      <dgm:t>
        <a:bodyPr/>
        <a:lstStyle/>
        <a:p>
          <a:endParaRPr lang="en-GB"/>
        </a:p>
      </dgm:t>
    </dgm:pt>
    <dgm:pt modelId="{F731F929-2489-419D-99D9-50C47DE89587}" type="sibTrans" cxnId="{9DF380FD-47AA-4452-9493-1389ACBD79FA}">
      <dgm:prSet/>
      <dgm:spPr>
        <a:solidFill>
          <a:srgbClr val="009FB4"/>
        </a:solidFill>
      </dgm:spPr>
      <dgm:t>
        <a:bodyPr/>
        <a:lstStyle/>
        <a:p>
          <a:endParaRPr lang="en-GB"/>
        </a:p>
      </dgm:t>
    </dgm:pt>
    <dgm:pt modelId="{FE04C4E1-F62D-4550-9B62-EEB81806BFFD}">
      <dgm:prSet phldrT="[Text]" phldr="1"/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DF1417"/>
          </a:solidFill>
        </a:ln>
      </dgm:spPr>
      <dgm:t>
        <a:bodyPr/>
        <a:lstStyle/>
        <a:p>
          <a:endParaRPr lang="en-GB"/>
        </a:p>
      </dgm:t>
    </dgm:pt>
    <dgm:pt modelId="{5B079CF1-69BE-46E1-999A-D55E8553BFD3}" type="parTrans" cxnId="{312770EF-E5AA-42FE-86EF-5EC6B4F6480B}">
      <dgm:prSet/>
      <dgm:spPr/>
      <dgm:t>
        <a:bodyPr/>
        <a:lstStyle/>
        <a:p>
          <a:endParaRPr lang="en-GB"/>
        </a:p>
      </dgm:t>
    </dgm:pt>
    <dgm:pt modelId="{F15FAB84-9183-406F-9681-8F06629E1D75}" type="sibTrans" cxnId="{312770EF-E5AA-42FE-86EF-5EC6B4F6480B}">
      <dgm:prSet/>
      <dgm:spPr>
        <a:solidFill>
          <a:srgbClr val="009FB4"/>
        </a:solidFill>
      </dgm:spPr>
      <dgm:t>
        <a:bodyPr/>
        <a:lstStyle/>
        <a:p>
          <a:endParaRPr lang="en-GB"/>
        </a:p>
      </dgm:t>
    </dgm:pt>
    <dgm:pt modelId="{C54D0D82-8963-49D2-BA73-B597F624E677}">
      <dgm:prSet phldrT="[Text]" phldr="1"/>
      <dgm:spPr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DF1417"/>
          </a:solidFill>
        </a:ln>
      </dgm:spPr>
      <dgm:t>
        <a:bodyPr/>
        <a:lstStyle/>
        <a:p>
          <a:endParaRPr lang="en-GB"/>
        </a:p>
      </dgm:t>
    </dgm:pt>
    <dgm:pt modelId="{474A8958-402D-4B0E-8FC5-3B397881BBB0}" type="parTrans" cxnId="{48652255-0B17-4186-8A5C-CF918F1BB1B7}">
      <dgm:prSet/>
      <dgm:spPr/>
      <dgm:t>
        <a:bodyPr/>
        <a:lstStyle/>
        <a:p>
          <a:endParaRPr lang="en-GB"/>
        </a:p>
      </dgm:t>
    </dgm:pt>
    <dgm:pt modelId="{071C5E73-946D-4633-8CCA-33F77580E6DF}" type="sibTrans" cxnId="{48652255-0B17-4186-8A5C-CF918F1BB1B7}">
      <dgm:prSet/>
      <dgm:spPr>
        <a:solidFill>
          <a:srgbClr val="009FB4"/>
        </a:solidFill>
      </dgm:spPr>
      <dgm:t>
        <a:bodyPr/>
        <a:lstStyle/>
        <a:p>
          <a:endParaRPr lang="en-GB"/>
        </a:p>
      </dgm:t>
    </dgm:pt>
    <dgm:pt modelId="{34BA4EFE-D942-4EFA-80AC-82B583207C2D}" type="pres">
      <dgm:prSet presAssocID="{DD269F89-8FBB-4845-9C1D-C8D33728F4E4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1999D5CE-6E51-4EB8-964E-C519825E281E}" type="pres">
      <dgm:prSet presAssocID="{51635BEB-75A4-49B8-A39C-C40B35B89CAA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809002B-8E62-4027-9314-43385241DA29}" type="pres">
      <dgm:prSet presAssocID="{51635BEB-75A4-49B8-A39C-C40B35B89CAA}" presName="gear1srcNode" presStyleLbl="node1" presStyleIdx="0" presStyleCnt="3"/>
      <dgm:spPr/>
      <dgm:t>
        <a:bodyPr/>
        <a:lstStyle/>
        <a:p>
          <a:endParaRPr lang="en-GB"/>
        </a:p>
      </dgm:t>
    </dgm:pt>
    <dgm:pt modelId="{528F4B49-62E6-4989-9409-891BE14678FB}" type="pres">
      <dgm:prSet presAssocID="{51635BEB-75A4-49B8-A39C-C40B35B89CAA}" presName="gear1dstNode" presStyleLbl="node1" presStyleIdx="0" presStyleCnt="3"/>
      <dgm:spPr/>
      <dgm:t>
        <a:bodyPr/>
        <a:lstStyle/>
        <a:p>
          <a:endParaRPr lang="en-GB"/>
        </a:p>
      </dgm:t>
    </dgm:pt>
    <dgm:pt modelId="{2A970627-D746-4814-8F9B-4711448AC62D}" type="pres">
      <dgm:prSet presAssocID="{FE04C4E1-F62D-4550-9B62-EEB81806BFFD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AFEE96C-4B58-44F7-882F-C3FC7E5E1A06}" type="pres">
      <dgm:prSet presAssocID="{FE04C4E1-F62D-4550-9B62-EEB81806BFFD}" presName="gear2srcNode" presStyleLbl="node1" presStyleIdx="1" presStyleCnt="3"/>
      <dgm:spPr/>
      <dgm:t>
        <a:bodyPr/>
        <a:lstStyle/>
        <a:p>
          <a:endParaRPr lang="en-GB"/>
        </a:p>
      </dgm:t>
    </dgm:pt>
    <dgm:pt modelId="{9BF8822F-3BC0-4157-9BCB-99395B9B82D6}" type="pres">
      <dgm:prSet presAssocID="{FE04C4E1-F62D-4550-9B62-EEB81806BFFD}" presName="gear2dstNode" presStyleLbl="node1" presStyleIdx="1" presStyleCnt="3"/>
      <dgm:spPr/>
      <dgm:t>
        <a:bodyPr/>
        <a:lstStyle/>
        <a:p>
          <a:endParaRPr lang="en-GB"/>
        </a:p>
      </dgm:t>
    </dgm:pt>
    <dgm:pt modelId="{5119A78E-3605-43CE-9A1B-D3F28EB611A2}" type="pres">
      <dgm:prSet presAssocID="{C54D0D82-8963-49D2-BA73-B597F624E677}" presName="gear3" presStyleLbl="node1" presStyleIdx="2" presStyleCnt="3"/>
      <dgm:spPr/>
      <dgm:t>
        <a:bodyPr/>
        <a:lstStyle/>
        <a:p>
          <a:endParaRPr lang="en-GB"/>
        </a:p>
      </dgm:t>
    </dgm:pt>
    <dgm:pt modelId="{AC685D70-03B0-4E45-98E2-8B415C49367A}" type="pres">
      <dgm:prSet presAssocID="{C54D0D82-8963-49D2-BA73-B597F624E677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59882ED-71F7-4E16-853E-F7FB0629EC5F}" type="pres">
      <dgm:prSet presAssocID="{C54D0D82-8963-49D2-BA73-B597F624E677}" presName="gear3srcNode" presStyleLbl="node1" presStyleIdx="2" presStyleCnt="3"/>
      <dgm:spPr/>
      <dgm:t>
        <a:bodyPr/>
        <a:lstStyle/>
        <a:p>
          <a:endParaRPr lang="en-GB"/>
        </a:p>
      </dgm:t>
    </dgm:pt>
    <dgm:pt modelId="{94454AB8-CC30-492E-9744-BD12E4FF2D3C}" type="pres">
      <dgm:prSet presAssocID="{C54D0D82-8963-49D2-BA73-B597F624E677}" presName="gear3dstNode" presStyleLbl="node1" presStyleIdx="2" presStyleCnt="3"/>
      <dgm:spPr/>
      <dgm:t>
        <a:bodyPr/>
        <a:lstStyle/>
        <a:p>
          <a:endParaRPr lang="en-GB"/>
        </a:p>
      </dgm:t>
    </dgm:pt>
    <dgm:pt modelId="{B2F5156D-EFCD-4FCB-9FBA-491625137196}" type="pres">
      <dgm:prSet presAssocID="{F731F929-2489-419D-99D9-50C47DE89587}" presName="connector1" presStyleLbl="sibTrans2D1" presStyleIdx="0" presStyleCnt="3"/>
      <dgm:spPr/>
      <dgm:t>
        <a:bodyPr/>
        <a:lstStyle/>
        <a:p>
          <a:endParaRPr lang="en-GB"/>
        </a:p>
      </dgm:t>
    </dgm:pt>
    <dgm:pt modelId="{6B6748DE-1A71-4641-ACB1-3A466F172C80}" type="pres">
      <dgm:prSet presAssocID="{F15FAB84-9183-406F-9681-8F06629E1D75}" presName="connector2" presStyleLbl="sibTrans2D1" presStyleIdx="1" presStyleCnt="3"/>
      <dgm:spPr/>
      <dgm:t>
        <a:bodyPr/>
        <a:lstStyle/>
        <a:p>
          <a:endParaRPr lang="en-GB"/>
        </a:p>
      </dgm:t>
    </dgm:pt>
    <dgm:pt modelId="{0E9ABD1C-B707-474D-BCDE-8BD5B87B272D}" type="pres">
      <dgm:prSet presAssocID="{071C5E73-946D-4633-8CCA-33F77580E6DF}" presName="connector3" presStyleLbl="sibTrans2D1" presStyleIdx="2" presStyleCnt="3"/>
      <dgm:spPr/>
      <dgm:t>
        <a:bodyPr/>
        <a:lstStyle/>
        <a:p>
          <a:endParaRPr lang="en-GB"/>
        </a:p>
      </dgm:t>
    </dgm:pt>
  </dgm:ptLst>
  <dgm:cxnLst>
    <dgm:cxn modelId="{92B14E39-8EAF-4DF1-82B9-86C2AE3B161F}" type="presOf" srcId="{C54D0D82-8963-49D2-BA73-B597F624E677}" destId="{AC685D70-03B0-4E45-98E2-8B415C49367A}" srcOrd="1" destOrd="0" presId="urn:microsoft.com/office/officeart/2005/8/layout/gear1"/>
    <dgm:cxn modelId="{ABD649BA-AEF7-4DA4-9B28-967811D44DF7}" type="presOf" srcId="{C54D0D82-8963-49D2-BA73-B597F624E677}" destId="{A59882ED-71F7-4E16-853E-F7FB0629EC5F}" srcOrd="2" destOrd="0" presId="urn:microsoft.com/office/officeart/2005/8/layout/gear1"/>
    <dgm:cxn modelId="{6F0F0AF8-DF1A-4E64-A2F6-9DB9829C3B80}" type="presOf" srcId="{51635BEB-75A4-49B8-A39C-C40B35B89CAA}" destId="{528F4B49-62E6-4989-9409-891BE14678FB}" srcOrd="2" destOrd="0" presId="urn:microsoft.com/office/officeart/2005/8/layout/gear1"/>
    <dgm:cxn modelId="{65A6E5B0-F57E-4A73-A310-6C2BF05673F7}" type="presOf" srcId="{FE04C4E1-F62D-4550-9B62-EEB81806BFFD}" destId="{9BF8822F-3BC0-4157-9BCB-99395B9B82D6}" srcOrd="2" destOrd="0" presId="urn:microsoft.com/office/officeart/2005/8/layout/gear1"/>
    <dgm:cxn modelId="{3D00FB36-48C2-4A79-9DDF-F9403D2E5727}" type="presOf" srcId="{FE04C4E1-F62D-4550-9B62-EEB81806BFFD}" destId="{2A970627-D746-4814-8F9B-4711448AC62D}" srcOrd="0" destOrd="0" presId="urn:microsoft.com/office/officeart/2005/8/layout/gear1"/>
    <dgm:cxn modelId="{3AF6476B-5FEA-40E3-8AA0-429CA4B6BAEB}" type="presOf" srcId="{F731F929-2489-419D-99D9-50C47DE89587}" destId="{B2F5156D-EFCD-4FCB-9FBA-491625137196}" srcOrd="0" destOrd="0" presId="urn:microsoft.com/office/officeart/2005/8/layout/gear1"/>
    <dgm:cxn modelId="{9DF380FD-47AA-4452-9493-1389ACBD79FA}" srcId="{DD269F89-8FBB-4845-9C1D-C8D33728F4E4}" destId="{51635BEB-75A4-49B8-A39C-C40B35B89CAA}" srcOrd="0" destOrd="0" parTransId="{4E4B2F9A-C35A-4A9E-8205-EB409F960093}" sibTransId="{F731F929-2489-419D-99D9-50C47DE89587}"/>
    <dgm:cxn modelId="{FD4A6F76-C648-4BBD-9E73-6A91906CD1F8}" type="presOf" srcId="{F15FAB84-9183-406F-9681-8F06629E1D75}" destId="{6B6748DE-1A71-4641-ACB1-3A466F172C80}" srcOrd="0" destOrd="0" presId="urn:microsoft.com/office/officeart/2005/8/layout/gear1"/>
    <dgm:cxn modelId="{48652255-0B17-4186-8A5C-CF918F1BB1B7}" srcId="{DD269F89-8FBB-4845-9C1D-C8D33728F4E4}" destId="{C54D0D82-8963-49D2-BA73-B597F624E677}" srcOrd="2" destOrd="0" parTransId="{474A8958-402D-4B0E-8FC5-3B397881BBB0}" sibTransId="{071C5E73-946D-4633-8CCA-33F77580E6DF}"/>
    <dgm:cxn modelId="{5387459C-0BEF-43AE-B303-B0777616609B}" type="presOf" srcId="{51635BEB-75A4-49B8-A39C-C40B35B89CAA}" destId="{1999D5CE-6E51-4EB8-964E-C519825E281E}" srcOrd="0" destOrd="0" presId="urn:microsoft.com/office/officeart/2005/8/layout/gear1"/>
    <dgm:cxn modelId="{A0BC2C2A-D02C-432C-9662-DE4C7A0BBC1F}" type="presOf" srcId="{51635BEB-75A4-49B8-A39C-C40B35B89CAA}" destId="{3809002B-8E62-4027-9314-43385241DA29}" srcOrd="1" destOrd="0" presId="urn:microsoft.com/office/officeart/2005/8/layout/gear1"/>
    <dgm:cxn modelId="{8347D106-2271-4E04-8DAD-7D618F9ACB81}" type="presOf" srcId="{C54D0D82-8963-49D2-BA73-B597F624E677}" destId="{5119A78E-3605-43CE-9A1B-D3F28EB611A2}" srcOrd="0" destOrd="0" presId="urn:microsoft.com/office/officeart/2005/8/layout/gear1"/>
    <dgm:cxn modelId="{CF8EDD92-FCB0-4580-AD8A-463B1D912DD4}" type="presOf" srcId="{071C5E73-946D-4633-8CCA-33F77580E6DF}" destId="{0E9ABD1C-B707-474D-BCDE-8BD5B87B272D}" srcOrd="0" destOrd="0" presId="urn:microsoft.com/office/officeart/2005/8/layout/gear1"/>
    <dgm:cxn modelId="{5128C004-77FF-46F3-A91F-64BAADC2FC2B}" type="presOf" srcId="{C54D0D82-8963-49D2-BA73-B597F624E677}" destId="{94454AB8-CC30-492E-9744-BD12E4FF2D3C}" srcOrd="3" destOrd="0" presId="urn:microsoft.com/office/officeart/2005/8/layout/gear1"/>
    <dgm:cxn modelId="{312770EF-E5AA-42FE-86EF-5EC6B4F6480B}" srcId="{DD269F89-8FBB-4845-9C1D-C8D33728F4E4}" destId="{FE04C4E1-F62D-4550-9B62-EEB81806BFFD}" srcOrd="1" destOrd="0" parTransId="{5B079CF1-69BE-46E1-999A-D55E8553BFD3}" sibTransId="{F15FAB84-9183-406F-9681-8F06629E1D75}"/>
    <dgm:cxn modelId="{29E3D48D-FC7D-44E6-9221-D0B56E311B88}" type="presOf" srcId="{FE04C4E1-F62D-4550-9B62-EEB81806BFFD}" destId="{8AFEE96C-4B58-44F7-882F-C3FC7E5E1A06}" srcOrd="1" destOrd="0" presId="urn:microsoft.com/office/officeart/2005/8/layout/gear1"/>
    <dgm:cxn modelId="{51C7F4A7-2B6F-428B-8897-435FE3BA99AB}" type="presOf" srcId="{DD269F89-8FBB-4845-9C1D-C8D33728F4E4}" destId="{34BA4EFE-D942-4EFA-80AC-82B583207C2D}" srcOrd="0" destOrd="0" presId="urn:microsoft.com/office/officeart/2005/8/layout/gear1"/>
    <dgm:cxn modelId="{280F4648-5F70-4507-9002-7B1CA514570B}" type="presParOf" srcId="{34BA4EFE-D942-4EFA-80AC-82B583207C2D}" destId="{1999D5CE-6E51-4EB8-964E-C519825E281E}" srcOrd="0" destOrd="0" presId="urn:microsoft.com/office/officeart/2005/8/layout/gear1"/>
    <dgm:cxn modelId="{FD30B2E9-EAC6-4065-9D00-8258CA7392B5}" type="presParOf" srcId="{34BA4EFE-D942-4EFA-80AC-82B583207C2D}" destId="{3809002B-8E62-4027-9314-43385241DA29}" srcOrd="1" destOrd="0" presId="urn:microsoft.com/office/officeart/2005/8/layout/gear1"/>
    <dgm:cxn modelId="{82E7D4F3-8676-4C7A-959B-CAE52516E68B}" type="presParOf" srcId="{34BA4EFE-D942-4EFA-80AC-82B583207C2D}" destId="{528F4B49-62E6-4989-9409-891BE14678FB}" srcOrd="2" destOrd="0" presId="urn:microsoft.com/office/officeart/2005/8/layout/gear1"/>
    <dgm:cxn modelId="{F5D201B8-9118-44F1-B828-74E71D501543}" type="presParOf" srcId="{34BA4EFE-D942-4EFA-80AC-82B583207C2D}" destId="{2A970627-D746-4814-8F9B-4711448AC62D}" srcOrd="3" destOrd="0" presId="urn:microsoft.com/office/officeart/2005/8/layout/gear1"/>
    <dgm:cxn modelId="{21C09DA3-9593-42B5-A0BA-DE0E8A31C349}" type="presParOf" srcId="{34BA4EFE-D942-4EFA-80AC-82B583207C2D}" destId="{8AFEE96C-4B58-44F7-882F-C3FC7E5E1A06}" srcOrd="4" destOrd="0" presId="urn:microsoft.com/office/officeart/2005/8/layout/gear1"/>
    <dgm:cxn modelId="{C29E9CD3-9EAA-4AC5-918A-E4A317572784}" type="presParOf" srcId="{34BA4EFE-D942-4EFA-80AC-82B583207C2D}" destId="{9BF8822F-3BC0-4157-9BCB-99395B9B82D6}" srcOrd="5" destOrd="0" presId="urn:microsoft.com/office/officeart/2005/8/layout/gear1"/>
    <dgm:cxn modelId="{F5EFC87C-914C-4972-A19A-C0509BD33BEC}" type="presParOf" srcId="{34BA4EFE-D942-4EFA-80AC-82B583207C2D}" destId="{5119A78E-3605-43CE-9A1B-D3F28EB611A2}" srcOrd="6" destOrd="0" presId="urn:microsoft.com/office/officeart/2005/8/layout/gear1"/>
    <dgm:cxn modelId="{0B3FF7A9-B76C-43D9-885A-BC3E36343651}" type="presParOf" srcId="{34BA4EFE-D942-4EFA-80AC-82B583207C2D}" destId="{AC685D70-03B0-4E45-98E2-8B415C49367A}" srcOrd="7" destOrd="0" presId="urn:microsoft.com/office/officeart/2005/8/layout/gear1"/>
    <dgm:cxn modelId="{4826D722-7625-45A5-8195-38761E7D89D5}" type="presParOf" srcId="{34BA4EFE-D942-4EFA-80AC-82B583207C2D}" destId="{A59882ED-71F7-4E16-853E-F7FB0629EC5F}" srcOrd="8" destOrd="0" presId="urn:microsoft.com/office/officeart/2005/8/layout/gear1"/>
    <dgm:cxn modelId="{78D113B5-723F-433B-B062-4236CFDA7E33}" type="presParOf" srcId="{34BA4EFE-D942-4EFA-80AC-82B583207C2D}" destId="{94454AB8-CC30-492E-9744-BD12E4FF2D3C}" srcOrd="9" destOrd="0" presId="urn:microsoft.com/office/officeart/2005/8/layout/gear1"/>
    <dgm:cxn modelId="{9785D9E3-50E8-4CA9-81BE-961F07134165}" type="presParOf" srcId="{34BA4EFE-D942-4EFA-80AC-82B583207C2D}" destId="{B2F5156D-EFCD-4FCB-9FBA-491625137196}" srcOrd="10" destOrd="0" presId="urn:microsoft.com/office/officeart/2005/8/layout/gear1"/>
    <dgm:cxn modelId="{8E2CF98C-CE41-4B21-8E6A-04C825F6C2D6}" type="presParOf" srcId="{34BA4EFE-D942-4EFA-80AC-82B583207C2D}" destId="{6B6748DE-1A71-4641-ACB1-3A466F172C80}" srcOrd="11" destOrd="0" presId="urn:microsoft.com/office/officeart/2005/8/layout/gear1"/>
    <dgm:cxn modelId="{D0031EDE-FD7A-4DF8-A600-4A84189CA4A9}" type="presParOf" srcId="{34BA4EFE-D942-4EFA-80AC-82B583207C2D}" destId="{0E9ABD1C-B707-474D-BCDE-8BD5B87B272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99D5CE-6E51-4EB8-964E-C519825E281E}">
      <dsp:nvSpPr>
        <dsp:cNvPr id="0" name=""/>
        <dsp:cNvSpPr/>
      </dsp:nvSpPr>
      <dsp:spPr>
        <a:xfrm>
          <a:off x="2844800" y="1828800"/>
          <a:ext cx="2235200" cy="2235200"/>
        </a:xfrm>
        <a:prstGeom prst="gear9">
          <a:avLst/>
        </a:prstGeom>
        <a:solidFill>
          <a:srgbClr val="009FB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 smtClean="0"/>
            <a:t>Price List &amp; Design Tool</a:t>
          </a:r>
          <a:endParaRPr lang="en-GB" sz="2400" kern="1200" dirty="0"/>
        </a:p>
      </dsp:txBody>
      <dsp:txXfrm>
        <a:off x="3294175" y="2352385"/>
        <a:ext cx="1336450" cy="1148939"/>
      </dsp:txXfrm>
    </dsp:sp>
    <dsp:sp modelId="{2A970627-D746-4814-8F9B-4711448AC62D}">
      <dsp:nvSpPr>
        <dsp:cNvPr id="0" name=""/>
        <dsp:cNvSpPr/>
      </dsp:nvSpPr>
      <dsp:spPr>
        <a:xfrm>
          <a:off x="1544320" y="1300480"/>
          <a:ext cx="1625600" cy="1625600"/>
        </a:xfrm>
        <a:prstGeom prst="gear6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rgbClr val="DF1417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400" kern="1200"/>
        </a:p>
      </dsp:txBody>
      <dsp:txXfrm>
        <a:off x="1953570" y="1712203"/>
        <a:ext cx="807100" cy="802154"/>
      </dsp:txXfrm>
    </dsp:sp>
    <dsp:sp modelId="{5119A78E-3605-43CE-9A1B-D3F28EB611A2}">
      <dsp:nvSpPr>
        <dsp:cNvPr id="0" name=""/>
        <dsp:cNvSpPr/>
      </dsp:nvSpPr>
      <dsp:spPr>
        <a:xfrm rot="20700000">
          <a:off x="2454821" y="178981"/>
          <a:ext cx="1592756" cy="1592756"/>
        </a:xfrm>
        <a:prstGeom prst="gear6">
          <a:avLst/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rgbClr val="DF1417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400" kern="1200"/>
        </a:p>
      </dsp:txBody>
      <dsp:txXfrm rot="-20700000">
        <a:off x="2804160" y="528320"/>
        <a:ext cx="894080" cy="894080"/>
      </dsp:txXfrm>
    </dsp:sp>
    <dsp:sp modelId="{B2F5156D-EFCD-4FCB-9FBA-491625137196}">
      <dsp:nvSpPr>
        <dsp:cNvPr id="0" name=""/>
        <dsp:cNvSpPr/>
      </dsp:nvSpPr>
      <dsp:spPr>
        <a:xfrm>
          <a:off x="2671505" y="1492320"/>
          <a:ext cx="2861056" cy="2861056"/>
        </a:xfrm>
        <a:prstGeom prst="circularArrow">
          <a:avLst>
            <a:gd name="adj1" fmla="val 4687"/>
            <a:gd name="adj2" fmla="val 299029"/>
            <a:gd name="adj3" fmla="val 2513083"/>
            <a:gd name="adj4" fmla="val 15867933"/>
            <a:gd name="adj5" fmla="val 5469"/>
          </a:avLst>
        </a:prstGeom>
        <a:solidFill>
          <a:srgbClr val="009FB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6748DE-1A71-4641-ACB1-3A466F172C80}">
      <dsp:nvSpPr>
        <dsp:cNvPr id="0" name=""/>
        <dsp:cNvSpPr/>
      </dsp:nvSpPr>
      <dsp:spPr>
        <a:xfrm>
          <a:off x="1256429" y="941355"/>
          <a:ext cx="2078736" cy="2078736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rgbClr val="009FB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9ABD1C-B707-474D-BCDE-8BD5B87B272D}">
      <dsp:nvSpPr>
        <dsp:cNvPr id="0" name=""/>
        <dsp:cNvSpPr/>
      </dsp:nvSpPr>
      <dsp:spPr>
        <a:xfrm>
          <a:off x="2086400" y="-169332"/>
          <a:ext cx="2241296" cy="2241296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rgbClr val="009FB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1219D-5D54-46C7-819F-9D93F231EA63}" type="datetimeFigureOut">
              <a:rPr lang="en-GB" smtClean="0"/>
              <a:t>17/06/2017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05950"/>
            <a:ext cx="2944813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505950"/>
            <a:ext cx="2944813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F8518-B4EC-4B57-B68E-1B46DE1940C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3770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4813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101" y="1"/>
            <a:ext cx="2944813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 dirty="0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5350" y="750888"/>
            <a:ext cx="5003800" cy="37528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52976"/>
            <a:ext cx="5435600" cy="450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 smtClean="0"/>
              <a:t>Textmasterformate</a:t>
            </a:r>
            <a:r>
              <a:rPr lang="en-GB" dirty="0" smtClean="0"/>
              <a:t> </a:t>
            </a:r>
            <a:r>
              <a:rPr lang="en-GB" dirty="0" err="1" smtClean="0"/>
              <a:t>durch</a:t>
            </a:r>
            <a:r>
              <a:rPr lang="en-GB" dirty="0" smtClean="0"/>
              <a:t> </a:t>
            </a:r>
            <a:r>
              <a:rPr lang="en-GB" dirty="0" err="1" smtClean="0"/>
              <a:t>Klicken</a:t>
            </a:r>
            <a:r>
              <a:rPr lang="en-GB" dirty="0" smtClean="0"/>
              <a:t> </a:t>
            </a:r>
            <a:r>
              <a:rPr lang="en-GB" dirty="0" err="1" smtClean="0"/>
              <a:t>bearbeiten</a:t>
            </a:r>
            <a:endParaRPr lang="en-GB" dirty="0" smtClean="0"/>
          </a:p>
          <a:p>
            <a:pPr lvl="1"/>
            <a:r>
              <a:rPr lang="en-GB" dirty="0" err="1" smtClean="0"/>
              <a:t>Zweite</a:t>
            </a:r>
            <a:r>
              <a:rPr lang="en-GB" dirty="0" smtClean="0"/>
              <a:t> </a:t>
            </a:r>
            <a:r>
              <a:rPr lang="en-GB" dirty="0" err="1" smtClean="0"/>
              <a:t>Ebene</a:t>
            </a:r>
            <a:endParaRPr lang="en-GB" dirty="0" smtClean="0"/>
          </a:p>
          <a:p>
            <a:pPr lvl="2"/>
            <a:r>
              <a:rPr lang="en-GB" dirty="0" err="1" smtClean="0"/>
              <a:t>Dritte</a:t>
            </a:r>
            <a:r>
              <a:rPr lang="en-GB" dirty="0" smtClean="0"/>
              <a:t> </a:t>
            </a:r>
            <a:r>
              <a:rPr lang="en-GB" dirty="0" err="1" smtClean="0"/>
              <a:t>Ebene</a:t>
            </a:r>
            <a:endParaRPr lang="en-GB" dirty="0" smtClean="0"/>
          </a:p>
          <a:p>
            <a:pPr lvl="3"/>
            <a:r>
              <a:rPr lang="en-GB" dirty="0" err="1" smtClean="0"/>
              <a:t>Vierte</a:t>
            </a:r>
            <a:r>
              <a:rPr lang="en-GB" dirty="0" smtClean="0"/>
              <a:t> </a:t>
            </a:r>
            <a:r>
              <a:rPr lang="en-GB" dirty="0" err="1" smtClean="0"/>
              <a:t>Ebene</a:t>
            </a:r>
            <a:endParaRPr lang="en-GB" dirty="0" smtClean="0"/>
          </a:p>
          <a:p>
            <a:pPr lvl="4"/>
            <a:r>
              <a:rPr lang="en-GB" dirty="0" err="1" smtClean="0"/>
              <a:t>Fünfte</a:t>
            </a:r>
            <a:r>
              <a:rPr lang="en-GB" dirty="0" smtClean="0"/>
              <a:t> </a:t>
            </a:r>
            <a:r>
              <a:rPr lang="en-GB" dirty="0" err="1" smtClean="0"/>
              <a:t>Ebene</a:t>
            </a:r>
            <a:endParaRPr lang="en-GB" dirty="0" smtClean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05951"/>
            <a:ext cx="2944813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101" y="9505951"/>
            <a:ext cx="2944813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C9A63CF-E4F9-4864-884F-B7BB8D581B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1938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wmf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3.wmf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4.wmf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5.wmf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6.wmf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twyl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9393" cy="6858000"/>
          </a:xfrm>
          <a:prstGeom prst="rect">
            <a:avLst/>
          </a:prstGeom>
        </p:spPr>
      </p:pic>
      <p:sp>
        <p:nvSpPr>
          <p:cNvPr id="8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6404" y="5459767"/>
            <a:ext cx="5565756" cy="797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60000"/>
              </a:spcAft>
              <a:buClr>
                <a:srgbClr val="BE0027"/>
              </a:buClr>
              <a:buFont typeface="Bauhaus 93" pitchFamily="82" charset="0"/>
              <a:buNone/>
            </a:pPr>
            <a:r>
              <a:rPr lang="en-GB" sz="1400" dirty="0" smtClean="0">
                <a:solidFill>
                  <a:srgbClr val="000000"/>
                </a:solidFill>
                <a:latin typeface="+mn-lt"/>
              </a:rPr>
              <a:t>Shaheer Shaaban</a:t>
            </a:r>
            <a:br>
              <a:rPr lang="en-GB" sz="1400" dirty="0" smtClean="0">
                <a:solidFill>
                  <a:srgbClr val="000000"/>
                </a:solidFill>
                <a:latin typeface="+mn-lt"/>
              </a:rPr>
            </a:br>
            <a:r>
              <a:rPr lang="en-GB" sz="1400" dirty="0" smtClean="0">
                <a:solidFill>
                  <a:srgbClr val="000000"/>
                </a:solidFill>
                <a:latin typeface="+mn-lt"/>
              </a:rPr>
              <a:t>Internal Sales Manager</a:t>
            </a:r>
          </a:p>
          <a:p>
            <a:pPr>
              <a:spcAft>
                <a:spcPct val="60000"/>
              </a:spcAft>
              <a:buClr>
                <a:srgbClr val="BE0027"/>
              </a:buClr>
              <a:buFont typeface="Bauhaus 93" pitchFamily="82" charset="0"/>
              <a:buNone/>
            </a:pPr>
            <a:r>
              <a:rPr lang="en-GB" sz="1400" dirty="0" smtClean="0">
                <a:solidFill>
                  <a:srgbClr val="000000"/>
                </a:solidFill>
                <a:latin typeface="+mn-lt"/>
              </a:rPr>
              <a:t>June 19th, 2017</a:t>
            </a:r>
            <a:endParaRPr lang="en-GB" sz="1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431999" y="2617199"/>
            <a:ext cx="6940800" cy="1281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3200" b="1" dirty="0" smtClean="0">
                <a:latin typeface="+mj-lt"/>
              </a:rPr>
              <a:t>Price List &amp; Design Tool</a:t>
            </a:r>
            <a:endParaRPr lang="en-GB" sz="3200" b="1" dirty="0">
              <a:latin typeface="+mj-lt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431999" y="4046400"/>
            <a:ext cx="8283600" cy="15588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Bef>
                <a:spcPts val="800"/>
              </a:spcBef>
            </a:pPr>
            <a:r>
              <a:rPr lang="en-GB" sz="2400" b="0" dirty="0" smtClean="0">
                <a:latin typeface="+mj-lt"/>
              </a:rPr>
              <a:t>New </a:t>
            </a:r>
            <a:r>
              <a:rPr lang="en-GB" sz="2400" b="0" dirty="0" smtClean="0">
                <a:latin typeface="+mj-lt"/>
              </a:rPr>
              <a:t>Updates </a:t>
            </a:r>
            <a:endParaRPr lang="en-GB" sz="2400" b="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wyl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33388" y="324004"/>
            <a:ext cx="8280000" cy="719140"/>
          </a:xfrm>
        </p:spPr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0"/>
            <p:custDataLst>
              <p:tags r:id="rId2"/>
            </p:custDataLst>
          </p:nvPr>
        </p:nvSpPr>
        <p:spPr>
          <a:xfrm>
            <a:off x="432000" y="1476000"/>
            <a:ext cx="8280000" cy="4680000"/>
          </a:xfrm>
        </p:spPr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</p:txBody>
      </p:sp>
      <p:sp>
        <p:nvSpPr>
          <p:cNvPr id="10" name="Foliennummernplatzhalter 2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439738" y="6517481"/>
            <a:ext cx="259510" cy="15160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lang="en-GB" sz="7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5A3B7A4-2AEE-4359-9C5C-060B368B991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>
            <a:off x="439740" y="1196975"/>
            <a:ext cx="8277225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wyler 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1062000" y="1268418"/>
            <a:ext cx="7668000" cy="3456000"/>
          </a:xfrm>
          <a:noFill/>
          <a:ln/>
        </p:spPr>
        <p:txBody>
          <a:bodyPr wrap="square" anchor="t"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/>
        <p:txBody>
          <a:bodyPr/>
          <a:lstStyle/>
          <a:p>
            <a:fld id="{C5A3B7A4-2AEE-4359-9C5C-060B368B991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93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76054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wyler 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1062000" y="1268416"/>
            <a:ext cx="7668000" cy="3456000"/>
          </a:xfrm>
          <a:noFill/>
          <a:ln/>
        </p:spPr>
        <p:txBody>
          <a:bodyPr wrap="square" anchor="t"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/>
        <p:txBody>
          <a:bodyPr/>
          <a:lstStyle/>
          <a:p>
            <a:fld id="{C5A3B7A4-2AEE-4359-9C5C-060B368B991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93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3222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wyler 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1062000" y="1268417"/>
            <a:ext cx="7668000" cy="3456000"/>
          </a:xfrm>
          <a:noFill/>
          <a:ln/>
        </p:spPr>
        <p:txBody>
          <a:bodyPr wrap="square" anchor="t"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/>
        <p:txBody>
          <a:bodyPr/>
          <a:lstStyle/>
          <a:p>
            <a:fld id="{C5A3B7A4-2AEE-4359-9C5C-060B368B991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93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1065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twyler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9393" cy="6858000"/>
          </a:xfrm>
          <a:prstGeom prst="rect">
            <a:avLst/>
          </a:prstGeom>
        </p:spPr>
      </p:pic>
      <p:sp>
        <p:nvSpPr>
          <p:cNvPr id="2" name="TextBox 1"/>
          <p:cNvSpPr txBox="1"/>
          <p:nvPr>
            <p:custDataLst>
              <p:tags r:id="rId2"/>
            </p:custDataLst>
          </p:nvPr>
        </p:nvSpPr>
        <p:spPr>
          <a:xfrm>
            <a:off x="442800" y="3283200"/>
            <a:ext cx="4060800" cy="122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2400" b="1" dirty="0" smtClean="0">
                <a:latin typeface="+mj-lt"/>
              </a:rPr>
              <a:t>Thank you</a:t>
            </a:r>
            <a:endParaRPr lang="en-GB" sz="2400" b="1" dirty="0">
              <a:latin typeface="+mj-lt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450000" y="4798800"/>
            <a:ext cx="4050000" cy="1393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endParaRPr lang="en-GB" sz="1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009050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wyl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/>
            <p:custDataLst>
              <p:tags r:id="rId1"/>
            </p:custDataLst>
          </p:nvPr>
        </p:nvSpPr>
        <p:spPr>
          <a:xfrm>
            <a:off x="432000" y="1476000"/>
            <a:ext cx="8280000" cy="4680000"/>
          </a:xfrm>
          <a:solidFill>
            <a:schemeClr val="accent1"/>
          </a:solidFill>
        </p:spPr>
        <p:txBody>
          <a:bodyPr/>
          <a:lstStyle/>
          <a:p>
            <a:r>
              <a:rPr lang="en-GB" dirty="0" smtClean="0"/>
              <a:t>Click icon to add picture</a:t>
            </a:r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33388" y="324004"/>
            <a:ext cx="8280000" cy="719140"/>
          </a:xfrm>
        </p:spPr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10" name="Foliennummernplatzhalter 2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439738" y="6517481"/>
            <a:ext cx="259510" cy="15160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lang="en-GB" sz="7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5A3B7A4-2AEE-4359-9C5C-060B368B991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>
            <a:off x="439740" y="1196975"/>
            <a:ext cx="8277225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633606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wyler 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33388" y="324004"/>
            <a:ext cx="8280000" cy="719140"/>
          </a:xfrm>
        </p:spPr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0"/>
            <p:custDataLst>
              <p:tags r:id="rId2"/>
            </p:custDataLst>
          </p:nvPr>
        </p:nvSpPr>
        <p:spPr>
          <a:xfrm>
            <a:off x="432000" y="1476000"/>
            <a:ext cx="4032000" cy="4680000"/>
          </a:xfrm>
        </p:spPr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</p:txBody>
      </p:sp>
      <p:sp>
        <p:nvSpPr>
          <p:cNvPr id="10" name="Foliennummernplatzhalter 2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439738" y="6517481"/>
            <a:ext cx="259510" cy="15160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lang="en-GB" sz="7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5A3B7A4-2AEE-4359-9C5C-060B368B991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Inhaltsplatzhalter 8"/>
          <p:cNvSpPr>
            <a:spLocks noGrp="1"/>
          </p:cNvSpPr>
          <p:nvPr>
            <p:ph sz="quarter" idx="11"/>
            <p:custDataLst>
              <p:tags r:id="rId4"/>
            </p:custDataLst>
          </p:nvPr>
        </p:nvSpPr>
        <p:spPr>
          <a:xfrm>
            <a:off x="4680000" y="1476000"/>
            <a:ext cx="4032000" cy="4680000"/>
          </a:xfrm>
        </p:spPr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</p:txBody>
      </p:sp>
      <p:sp>
        <p:nvSpPr>
          <p:cNvPr id="6" name="Line 15"/>
          <p:cNvSpPr>
            <a:spLocks noChangeShapeType="1"/>
          </p:cNvSpPr>
          <p:nvPr/>
        </p:nvSpPr>
        <p:spPr bwMode="auto">
          <a:xfrm>
            <a:off x="439740" y="1196975"/>
            <a:ext cx="8277225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323193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wyler Content 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33388" y="324004"/>
            <a:ext cx="8280000" cy="719140"/>
          </a:xfrm>
        </p:spPr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0"/>
            <p:custDataLst>
              <p:tags r:id="rId2"/>
            </p:custDataLst>
          </p:nvPr>
        </p:nvSpPr>
        <p:spPr>
          <a:xfrm>
            <a:off x="432000" y="1476000"/>
            <a:ext cx="4032000" cy="4680000"/>
          </a:xfrm>
        </p:spPr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</p:txBody>
      </p:sp>
      <p:sp>
        <p:nvSpPr>
          <p:cNvPr id="10" name="Foliennummernplatzhalter 2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439738" y="6517481"/>
            <a:ext cx="259510" cy="15160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lang="en-GB" sz="7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5A3B7A4-2AEE-4359-9C5C-060B368B991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Inhaltsplatzhalter 8"/>
          <p:cNvSpPr>
            <a:spLocks noGrp="1"/>
          </p:cNvSpPr>
          <p:nvPr>
            <p:ph sz="quarter" idx="11"/>
            <p:custDataLst>
              <p:tags r:id="rId4"/>
            </p:custDataLst>
          </p:nvPr>
        </p:nvSpPr>
        <p:spPr>
          <a:xfrm>
            <a:off x="4680000" y="1476000"/>
            <a:ext cx="4032000" cy="2232000"/>
          </a:xfrm>
        </p:spPr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</p:txBody>
      </p:sp>
      <p:sp>
        <p:nvSpPr>
          <p:cNvPr id="8" name="Inhaltsplatzhalter 8"/>
          <p:cNvSpPr>
            <a:spLocks noGrp="1"/>
          </p:cNvSpPr>
          <p:nvPr>
            <p:ph sz="quarter" idx="12"/>
            <p:custDataLst>
              <p:tags r:id="rId5"/>
            </p:custDataLst>
          </p:nvPr>
        </p:nvSpPr>
        <p:spPr>
          <a:xfrm>
            <a:off x="4680000" y="3924000"/>
            <a:ext cx="4032000" cy="2232000"/>
          </a:xfrm>
        </p:spPr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439740" y="1196975"/>
            <a:ext cx="8277225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93296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wyle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33388" y="324004"/>
            <a:ext cx="8280000" cy="719140"/>
          </a:xfrm>
        </p:spPr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0"/>
            <p:custDataLst>
              <p:tags r:id="rId2"/>
            </p:custDataLst>
          </p:nvPr>
        </p:nvSpPr>
        <p:spPr>
          <a:xfrm>
            <a:off x="432000" y="1476000"/>
            <a:ext cx="8280000" cy="4680000"/>
          </a:xfrm>
        </p:spPr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</p:txBody>
      </p:sp>
      <p:sp>
        <p:nvSpPr>
          <p:cNvPr id="10" name="Foliennummernplatzhalter 2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439738" y="6517481"/>
            <a:ext cx="259510" cy="15160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lang="en-GB" sz="7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5A3B7A4-2AEE-4359-9C5C-060B368B991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>
            <a:off x="439740" y="1196975"/>
            <a:ext cx="8277225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375148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3388" y="324004"/>
            <a:ext cx="8280000" cy="719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dirty="0" smtClean="0"/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2000" y="1476000"/>
            <a:ext cx="8244000" cy="46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dirty="0" smtClean="0"/>
          </a:p>
        </p:txBody>
      </p:sp>
      <p:sp>
        <p:nvSpPr>
          <p:cNvPr id="8" name="Foliennummernplatzhalter 2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439738" y="6517481"/>
            <a:ext cx="259510" cy="15160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lang="en-GB" sz="7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5A3B7A4-2AEE-4359-9C5C-060B368B991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9393" cy="6858000"/>
          </a:xfrm>
          <a:prstGeom prst="rect">
            <a:avLst/>
          </a:prstGeom>
        </p:spPr>
      </p:pic>
      <p:sp>
        <p:nvSpPr>
          <p:cNvPr id="4" name="TextBox 3"/>
          <p:cNvSpPr txBox="1"/>
          <p:nvPr>
            <p:custDataLst>
              <p:tags r:id="rId14"/>
            </p:custDataLst>
          </p:nvPr>
        </p:nvSpPr>
        <p:spPr>
          <a:xfrm>
            <a:off x="698400" y="6516000"/>
            <a:ext cx="5320800" cy="1512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GB" sz="700" dirty="0" smtClean="0">
                <a:latin typeface="+mn-lt"/>
              </a:rPr>
              <a:t>Price List &amp; Design Tool, June 19th, 2017 / © Datwyler, www.cabling.datwyler.com</a:t>
            </a:r>
          </a:p>
        </p:txBody>
      </p:sp>
      <p:sp>
        <p:nvSpPr>
          <p:cNvPr id="9" name="TextBox 8"/>
          <p:cNvSpPr txBox="1"/>
          <p:nvPr userDrawn="1">
            <p:custDataLst>
              <p:tags r:id="rId15"/>
            </p:custDataLst>
          </p:nvPr>
        </p:nvSpPr>
        <p:spPr>
          <a:xfrm>
            <a:off x="698400" y="6516000"/>
            <a:ext cx="5320800" cy="1512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GB" sz="700" dirty="0" smtClean="0">
                <a:latin typeface="+mn-lt"/>
              </a:rPr>
              <a:t>Price List &amp; Design Tool, June 19th, 2017 / © Datwyler, www.cabling.datwyler.com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Verdana" pitchFamily="34" charset="0"/>
        </a:defRPr>
      </a:lvl9pPr>
    </p:titleStyle>
    <p:bodyStyle>
      <a:lvl1pPr marL="177800" indent="-177800" algn="l" rtl="0" eaLnBrk="1" fontAlgn="base" hangingPunct="1">
        <a:lnSpc>
          <a:spcPct val="100000"/>
        </a:lnSpc>
        <a:spcBef>
          <a:spcPts val="800"/>
        </a:spcBef>
        <a:spcAft>
          <a:spcPts val="0"/>
        </a:spcAft>
        <a:buClr>
          <a:srgbClr val="BE0027"/>
        </a:buClr>
        <a:buFont typeface="Bauhaus 93" pitchFamily="82" charset="0"/>
        <a:buChar char="–"/>
        <a:defRPr sz="1800">
          <a:solidFill>
            <a:srgbClr val="000000"/>
          </a:solidFill>
          <a:latin typeface="+mn-lt"/>
          <a:ea typeface="+mn-ea"/>
          <a:cs typeface="+mn-cs"/>
        </a:defRPr>
      </a:lvl1pPr>
      <a:lvl2pPr marL="723900" indent="-18415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Clr>
          <a:srgbClr val="BE0027"/>
        </a:buClr>
        <a:buFont typeface="Bauhaus 93" pitchFamily="82" charset="0"/>
        <a:buChar char="–"/>
        <a:tabLst/>
        <a:defRPr sz="1800">
          <a:solidFill>
            <a:schemeClr val="tx1"/>
          </a:solidFill>
          <a:latin typeface="+mn-lt"/>
        </a:defRPr>
      </a:lvl2pPr>
      <a:lvl3pPr marL="1079500" indent="-184150" algn="l" defTabSz="990600" rtl="0" eaLnBrk="1" fontAlgn="base" hangingPunct="1">
        <a:lnSpc>
          <a:spcPct val="100000"/>
        </a:lnSpc>
        <a:spcBef>
          <a:spcPct val="0"/>
        </a:spcBef>
        <a:spcAft>
          <a:spcPct val="0"/>
        </a:spcAft>
        <a:buClr>
          <a:srgbClr val="BE0027"/>
        </a:buClr>
        <a:buFont typeface="Bauhaus 93" pitchFamily="82" charset="0"/>
        <a:buChar char="–"/>
        <a:defRPr sz="1800">
          <a:solidFill>
            <a:schemeClr val="tx1"/>
          </a:solidFill>
          <a:latin typeface="+mn-lt"/>
        </a:defRPr>
      </a:lvl3pPr>
      <a:lvl4pPr marL="1435100" marR="0" indent="-17780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BE0027"/>
        </a:buClr>
        <a:buSzTx/>
        <a:buFont typeface="Bauhaus 93" pitchFamily="82" charset="0"/>
        <a:buChar char="–"/>
        <a:tabLst/>
        <a:defRPr sz="1800">
          <a:solidFill>
            <a:schemeClr val="tx1"/>
          </a:solidFill>
          <a:latin typeface="+mn-lt"/>
        </a:defRPr>
      </a:lvl4pPr>
      <a:lvl5pPr marL="1790700" indent="-177800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rgbClr val="BE0027"/>
        </a:buClr>
        <a:buFont typeface="Bauhaus 93" pitchFamily="82" charset="0"/>
        <a:buChar char="–"/>
        <a:defRPr sz="1800">
          <a:solidFill>
            <a:schemeClr val="tx1"/>
          </a:solidFill>
          <a:latin typeface="+mn-lt"/>
        </a:defRPr>
      </a:lvl5pPr>
      <a:lvl6pPr marL="2159000" indent="-190500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rgbClr val="BE0027"/>
        </a:buClr>
        <a:buFont typeface="Bauhaus 93" pitchFamily="82" charset="0"/>
        <a:buChar char="–"/>
        <a:tabLst/>
        <a:defRPr sz="1800">
          <a:solidFill>
            <a:schemeClr val="tx1"/>
          </a:solidFill>
          <a:latin typeface="+mn-lt"/>
        </a:defRPr>
      </a:lvl6pPr>
      <a:lvl7pPr marL="2514600" indent="-177800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rgbClr val="BE0027"/>
        </a:buClr>
        <a:buFont typeface="Bauhaus 93" pitchFamily="82" charset="0"/>
        <a:buChar char="–"/>
        <a:defRPr sz="1800">
          <a:solidFill>
            <a:schemeClr val="tx1"/>
          </a:solidFill>
          <a:latin typeface="+mn-lt"/>
        </a:defRPr>
      </a:lvl7pPr>
      <a:lvl8pPr marL="2870200" marR="0" indent="-177800" algn="l" defTabSz="914400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BE0027"/>
        </a:buClr>
        <a:buSzTx/>
        <a:buFont typeface="Bauhaus 93" pitchFamily="82" charset="0"/>
        <a:buChar char="–"/>
        <a:tabLst/>
        <a:defRPr sz="1800">
          <a:solidFill>
            <a:schemeClr val="tx1"/>
          </a:solidFill>
          <a:latin typeface="+mn-lt"/>
        </a:defRPr>
      </a:lvl8pPr>
      <a:lvl9pPr marL="3225800" indent="-177800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rgbClr val="BE0027"/>
        </a:buClr>
        <a:buFont typeface="Bauhaus 93" pitchFamily="82" charset="0"/>
        <a:buChar char="–"/>
        <a:defRPr sz="18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404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Price List</a:t>
            </a:r>
            <a:br>
              <a:rPr lang="en-GB" dirty="0"/>
            </a:br>
            <a:r>
              <a:rPr lang="en-GB" b="0" dirty="0" smtClean="0"/>
              <a:t>Added Features</a:t>
            </a:r>
            <a:endParaRPr lang="en-GB" b="0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Datasheet Download For:</a:t>
            </a:r>
          </a:p>
          <a:p>
            <a:pPr lvl="1"/>
            <a:r>
              <a:rPr lang="en-GB" dirty="0" smtClean="0"/>
              <a:t>Single product </a:t>
            </a:r>
          </a:p>
          <a:p>
            <a:pPr lvl="1"/>
            <a:r>
              <a:rPr lang="en-GB" dirty="0" smtClean="0"/>
              <a:t>Complete BOQ</a:t>
            </a:r>
          </a:p>
          <a:p>
            <a:endParaRPr lang="en-GB" dirty="0" smtClean="0"/>
          </a:p>
          <a:p>
            <a:r>
              <a:rPr lang="en-GB" dirty="0" smtClean="0"/>
              <a:t>Weight and Volume Estimation  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/>
          <a:lstStyle/>
          <a:p>
            <a:fld id="{C5A3B7A4-2AEE-4359-9C5C-060B368B9915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53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09" y="2454359"/>
            <a:ext cx="8412219" cy="28275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Price List</a:t>
            </a:r>
            <a:br>
              <a:rPr lang="en-GB" dirty="0" smtClean="0"/>
            </a:br>
            <a:r>
              <a:rPr lang="en-GB" b="0" dirty="0" smtClean="0"/>
              <a:t>Screen View  </a:t>
            </a: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A3B7A4-2AEE-4359-9C5C-060B368B9915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Rounded Rectangle 6"/>
          <p:cNvSpPr/>
          <p:nvPr/>
        </p:nvSpPr>
        <p:spPr>
          <a:xfrm>
            <a:off x="524655" y="2808514"/>
            <a:ext cx="4228773" cy="325386"/>
          </a:xfrm>
          <a:prstGeom prst="roundRect">
            <a:avLst/>
          </a:prstGeom>
          <a:solidFill>
            <a:srgbClr val="DF1417">
              <a:alpha val="6000"/>
            </a:srgbClr>
          </a:solidFill>
          <a:ln w="15875">
            <a:solidFill>
              <a:srgbClr val="DF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F1417"/>
              </a:solidFill>
            </a:endParaRPr>
          </a:p>
        </p:txBody>
      </p:sp>
      <p:sp>
        <p:nvSpPr>
          <p:cNvPr id="10" name="Line Callout 2 (No Border) 9"/>
          <p:cNvSpPr/>
          <p:nvPr/>
        </p:nvSpPr>
        <p:spPr>
          <a:xfrm>
            <a:off x="1535266" y="1213469"/>
            <a:ext cx="1638300" cy="601610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61690"/>
              <a:gd name="adj6" fmla="val -16655"/>
            </a:avLst>
          </a:prstGeom>
          <a:noFill/>
          <a:ln>
            <a:solidFill>
              <a:srgbClr val="DF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Filter Product by Category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4656" y="3134037"/>
            <a:ext cx="1368750" cy="234142"/>
          </a:xfrm>
          <a:prstGeom prst="roundRect">
            <a:avLst/>
          </a:prstGeom>
          <a:solidFill>
            <a:srgbClr val="DF1417">
              <a:alpha val="6000"/>
            </a:srgbClr>
          </a:solidFill>
          <a:ln w="15875">
            <a:solidFill>
              <a:srgbClr val="DF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F1417"/>
              </a:solidFill>
            </a:endParaRPr>
          </a:p>
        </p:txBody>
      </p:sp>
      <p:sp>
        <p:nvSpPr>
          <p:cNvPr id="12" name="Line Callout 2 (No Border) 11"/>
          <p:cNvSpPr/>
          <p:nvPr/>
        </p:nvSpPr>
        <p:spPr>
          <a:xfrm>
            <a:off x="1535266" y="1845435"/>
            <a:ext cx="1638300" cy="686935"/>
          </a:xfrm>
          <a:prstGeom prst="callout2">
            <a:avLst>
              <a:gd name="adj1" fmla="val 76953"/>
              <a:gd name="adj2" fmla="val -3401"/>
              <a:gd name="adj3" fmla="val 76953"/>
              <a:gd name="adj4" fmla="val -10748"/>
              <a:gd name="adj5" fmla="val 186135"/>
              <a:gd name="adj6" fmla="val -10717"/>
            </a:avLst>
          </a:prstGeom>
          <a:noFill/>
          <a:ln>
            <a:solidFill>
              <a:srgbClr val="DF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Search by Article Number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1609" y="4542646"/>
            <a:ext cx="236220" cy="669180"/>
          </a:xfrm>
          <a:prstGeom prst="roundRect">
            <a:avLst/>
          </a:prstGeom>
          <a:solidFill>
            <a:srgbClr val="DF1417">
              <a:alpha val="6000"/>
            </a:srgbClr>
          </a:solidFill>
          <a:ln w="15875">
            <a:solidFill>
              <a:srgbClr val="DF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F1417"/>
              </a:solidFill>
            </a:endParaRPr>
          </a:p>
        </p:txBody>
      </p:sp>
      <p:sp>
        <p:nvSpPr>
          <p:cNvPr id="14" name="Line Callout 2 (No Border) 13"/>
          <p:cNvSpPr/>
          <p:nvPr/>
        </p:nvSpPr>
        <p:spPr>
          <a:xfrm>
            <a:off x="1893406" y="5825515"/>
            <a:ext cx="1638300" cy="755782"/>
          </a:xfrm>
          <a:prstGeom prst="callout2">
            <a:avLst>
              <a:gd name="adj1" fmla="val 76953"/>
              <a:gd name="adj2" fmla="val -3401"/>
              <a:gd name="adj3" fmla="val 76953"/>
              <a:gd name="adj4" fmla="val -10748"/>
              <a:gd name="adj5" fmla="val -146021"/>
              <a:gd name="adj6" fmla="val -79015"/>
            </a:avLst>
          </a:prstGeom>
          <a:noFill/>
          <a:ln>
            <a:solidFill>
              <a:srgbClr val="DF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Stock Available Products 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042229" y="3134037"/>
            <a:ext cx="1161142" cy="234142"/>
          </a:xfrm>
          <a:prstGeom prst="roundRect">
            <a:avLst/>
          </a:prstGeom>
          <a:solidFill>
            <a:srgbClr val="DF1417">
              <a:alpha val="6000"/>
            </a:srgbClr>
          </a:solidFill>
          <a:ln w="15875">
            <a:solidFill>
              <a:srgbClr val="33B2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F1417"/>
              </a:solidFill>
            </a:endParaRPr>
          </a:p>
        </p:txBody>
      </p:sp>
      <p:sp>
        <p:nvSpPr>
          <p:cNvPr id="16" name="Line Callout 2 (No Border) 15"/>
          <p:cNvSpPr/>
          <p:nvPr/>
        </p:nvSpPr>
        <p:spPr>
          <a:xfrm>
            <a:off x="5062323" y="1185001"/>
            <a:ext cx="1638300" cy="1160771"/>
          </a:xfrm>
          <a:prstGeom prst="callout2">
            <a:avLst>
              <a:gd name="adj1" fmla="val 76953"/>
              <a:gd name="adj2" fmla="val -3401"/>
              <a:gd name="adj3" fmla="val 76953"/>
              <a:gd name="adj4" fmla="val -10748"/>
              <a:gd name="adj5" fmla="val 166129"/>
              <a:gd name="adj6" fmla="val -11160"/>
            </a:avLst>
          </a:prstGeom>
          <a:noFill/>
          <a:ln>
            <a:solidFill>
              <a:srgbClr val="33B2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Download Datasheet</a:t>
            </a:r>
          </a:p>
          <a:p>
            <a:pPr algn="ctr"/>
            <a:r>
              <a:rPr lang="en-GB" sz="1600" dirty="0" smtClean="0">
                <a:solidFill>
                  <a:srgbClr val="FF0000"/>
                </a:solidFill>
              </a:rPr>
              <a:t>New Function</a:t>
            </a:r>
            <a:endParaRPr lang="en-GB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08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Bill of Quantities </a:t>
            </a:r>
            <a:br>
              <a:rPr lang="en-GB" dirty="0" smtClean="0"/>
            </a:br>
            <a:r>
              <a:rPr lang="en-GB" b="0" dirty="0" smtClean="0"/>
              <a:t>Screen View </a:t>
            </a: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A3B7A4-2AEE-4359-9C5C-060B368B9915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8" y="2688343"/>
            <a:ext cx="8237378" cy="16334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220686" y="3068722"/>
            <a:ext cx="1081314" cy="204250"/>
          </a:xfrm>
          <a:prstGeom prst="roundRect">
            <a:avLst/>
          </a:prstGeom>
          <a:solidFill>
            <a:srgbClr val="DF1417">
              <a:alpha val="6000"/>
            </a:srgbClr>
          </a:solidFill>
          <a:ln w="15875">
            <a:solidFill>
              <a:srgbClr val="33B2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F1417"/>
              </a:solidFill>
            </a:endParaRPr>
          </a:p>
        </p:txBody>
      </p:sp>
      <p:sp>
        <p:nvSpPr>
          <p:cNvPr id="7" name="Line Callout 2 (No Border) 6"/>
          <p:cNvSpPr/>
          <p:nvPr/>
        </p:nvSpPr>
        <p:spPr>
          <a:xfrm>
            <a:off x="3240780" y="1126943"/>
            <a:ext cx="1638300" cy="1160771"/>
          </a:xfrm>
          <a:prstGeom prst="callout2">
            <a:avLst>
              <a:gd name="adj1" fmla="val 76953"/>
              <a:gd name="adj2" fmla="val -3401"/>
              <a:gd name="adj3" fmla="val 76953"/>
              <a:gd name="adj4" fmla="val -10748"/>
              <a:gd name="adj5" fmla="val 166129"/>
              <a:gd name="adj6" fmla="val -11160"/>
            </a:avLst>
          </a:prstGeom>
          <a:noFill/>
          <a:ln>
            <a:solidFill>
              <a:srgbClr val="33B2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Download Datasheet</a:t>
            </a:r>
          </a:p>
          <a:p>
            <a:pPr algn="ctr"/>
            <a:r>
              <a:rPr lang="en-GB" sz="1600" dirty="0" smtClean="0">
                <a:solidFill>
                  <a:srgbClr val="FF0000"/>
                </a:solidFill>
              </a:rPr>
              <a:t>New Function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10285" y="3214914"/>
            <a:ext cx="760481" cy="1106903"/>
          </a:xfrm>
          <a:prstGeom prst="roundRect">
            <a:avLst/>
          </a:prstGeom>
          <a:solidFill>
            <a:srgbClr val="DF1417">
              <a:alpha val="6000"/>
            </a:srgbClr>
          </a:solidFill>
          <a:ln w="15875">
            <a:solidFill>
              <a:srgbClr val="33B2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F1417"/>
              </a:solidFill>
            </a:endParaRPr>
          </a:p>
        </p:txBody>
      </p:sp>
      <p:sp>
        <p:nvSpPr>
          <p:cNvPr id="13" name="Line Callout 2 (No Border) 12"/>
          <p:cNvSpPr/>
          <p:nvPr/>
        </p:nvSpPr>
        <p:spPr>
          <a:xfrm>
            <a:off x="7032466" y="1210472"/>
            <a:ext cx="1638300" cy="1160771"/>
          </a:xfrm>
          <a:prstGeom prst="callout2">
            <a:avLst>
              <a:gd name="adj1" fmla="val 76953"/>
              <a:gd name="adj2" fmla="val -3401"/>
              <a:gd name="adj3" fmla="val 76953"/>
              <a:gd name="adj4" fmla="val -10748"/>
              <a:gd name="adj5" fmla="val 183009"/>
              <a:gd name="adj6" fmla="val 52184"/>
            </a:avLst>
          </a:prstGeom>
          <a:noFill/>
          <a:ln>
            <a:solidFill>
              <a:srgbClr val="33B2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Weight and Volume Estimation </a:t>
            </a:r>
          </a:p>
          <a:p>
            <a:pPr algn="ctr"/>
            <a:r>
              <a:rPr lang="en-GB" sz="1600" dirty="0" smtClean="0">
                <a:solidFill>
                  <a:srgbClr val="FF0000"/>
                </a:solidFill>
              </a:rPr>
              <a:t>New Function</a:t>
            </a:r>
            <a:endParaRPr lang="en-GB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9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29" y="2022561"/>
            <a:ext cx="8108823" cy="36530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GB" dirty="0" smtClean="0"/>
              <a:t>Datwyler Design Tool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C5A3B7A4-2AEE-4359-9C5C-060B368B9915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9" name="Rounded Rectangle 8"/>
          <p:cNvSpPr/>
          <p:nvPr/>
        </p:nvSpPr>
        <p:spPr>
          <a:xfrm>
            <a:off x="538287" y="3091017"/>
            <a:ext cx="1881265" cy="1930925"/>
          </a:xfrm>
          <a:prstGeom prst="roundRect">
            <a:avLst/>
          </a:prstGeom>
          <a:solidFill>
            <a:srgbClr val="DF1417">
              <a:alpha val="6000"/>
            </a:srgbClr>
          </a:solidFill>
          <a:ln w="12700">
            <a:solidFill>
              <a:srgbClr val="DF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F1417"/>
              </a:solidFill>
            </a:endParaRPr>
          </a:p>
        </p:txBody>
      </p:sp>
      <p:sp>
        <p:nvSpPr>
          <p:cNvPr id="11" name="Line Callout 2 (No Border) 10"/>
          <p:cNvSpPr/>
          <p:nvPr/>
        </p:nvSpPr>
        <p:spPr>
          <a:xfrm>
            <a:off x="1478919" y="1319000"/>
            <a:ext cx="1598110" cy="552956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21115"/>
              <a:gd name="adj6" fmla="val -18077"/>
            </a:avLst>
          </a:prstGeom>
          <a:noFill/>
          <a:ln>
            <a:solidFill>
              <a:srgbClr val="DF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Input Basic Information 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54911" y="3091024"/>
            <a:ext cx="6235741" cy="1807552"/>
          </a:xfrm>
          <a:prstGeom prst="roundRect">
            <a:avLst/>
          </a:prstGeom>
          <a:solidFill>
            <a:srgbClr val="DF1417">
              <a:alpha val="6000"/>
            </a:srgbClr>
          </a:solidFill>
          <a:ln w="12700">
            <a:solidFill>
              <a:srgbClr val="DF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F1417"/>
              </a:solidFill>
            </a:endParaRPr>
          </a:p>
        </p:txBody>
      </p:sp>
      <p:sp>
        <p:nvSpPr>
          <p:cNvPr id="13" name="Line Callout 2 (No Border) 12"/>
          <p:cNvSpPr/>
          <p:nvPr/>
        </p:nvSpPr>
        <p:spPr>
          <a:xfrm>
            <a:off x="3681266" y="1319000"/>
            <a:ext cx="1623705" cy="552956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19030"/>
              <a:gd name="adj6" fmla="val -16705"/>
            </a:avLst>
          </a:prstGeom>
          <a:noFill/>
          <a:ln>
            <a:solidFill>
              <a:srgbClr val="DF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Output </a:t>
            </a:r>
            <a:r>
              <a:rPr lang="en-GB" sz="1600" dirty="0">
                <a:solidFill>
                  <a:schemeClr val="tx1"/>
                </a:solidFill>
              </a:rPr>
              <a:t>C</a:t>
            </a:r>
            <a:r>
              <a:rPr lang="en-GB" sz="1600" dirty="0" smtClean="0">
                <a:solidFill>
                  <a:schemeClr val="tx1"/>
                </a:solidFill>
              </a:rPr>
              <a:t>omplete Information 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728210" y="3091023"/>
            <a:ext cx="464696" cy="1807552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dirty="0" smtClean="0">
                <a:solidFill>
                  <a:schemeClr val="bg1"/>
                </a:solidFill>
              </a:rPr>
              <a:t>Article Number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192906" y="3091022"/>
            <a:ext cx="3432746" cy="1807552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bg1"/>
                </a:solidFill>
              </a:rPr>
              <a:t>Discerption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625652" y="3091022"/>
            <a:ext cx="656297" cy="1807552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dirty="0" smtClean="0">
                <a:solidFill>
                  <a:schemeClr val="bg1"/>
                </a:solidFill>
              </a:rPr>
              <a:t>Unit Price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281949" y="3091021"/>
            <a:ext cx="409781" cy="1807552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600" dirty="0" smtClean="0">
                <a:solidFill>
                  <a:schemeClr val="bg1"/>
                </a:solidFill>
              </a:rPr>
              <a:t>Unit of measurement 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91730" y="3091018"/>
            <a:ext cx="388241" cy="1807552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600" dirty="0" smtClean="0">
                <a:solidFill>
                  <a:schemeClr val="bg1"/>
                </a:solidFill>
              </a:rPr>
              <a:t>Quantity 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79971" y="3091018"/>
            <a:ext cx="565265" cy="1807552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600" dirty="0" smtClean="0">
                <a:solidFill>
                  <a:schemeClr val="bg1"/>
                </a:solidFill>
              </a:rPr>
              <a:t>Total Price  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454911" y="4932469"/>
            <a:ext cx="827282" cy="169302"/>
          </a:xfrm>
          <a:prstGeom prst="roundRect">
            <a:avLst/>
          </a:prstGeom>
          <a:solidFill>
            <a:srgbClr val="DF1417">
              <a:alpha val="6000"/>
            </a:srgbClr>
          </a:solidFill>
          <a:ln w="15875">
            <a:solidFill>
              <a:srgbClr val="33B2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F1417"/>
              </a:solidFill>
            </a:endParaRPr>
          </a:p>
        </p:txBody>
      </p:sp>
      <p:sp>
        <p:nvSpPr>
          <p:cNvPr id="23" name="Line Callout 2 (No Border) 22"/>
          <p:cNvSpPr/>
          <p:nvPr/>
        </p:nvSpPr>
        <p:spPr>
          <a:xfrm>
            <a:off x="2997940" y="5483799"/>
            <a:ext cx="1638300" cy="1160771"/>
          </a:xfrm>
          <a:prstGeom prst="callout2">
            <a:avLst>
              <a:gd name="adj1" fmla="val 76953"/>
              <a:gd name="adj2" fmla="val -3401"/>
              <a:gd name="adj3" fmla="val 76953"/>
              <a:gd name="adj4" fmla="val -10748"/>
              <a:gd name="adj5" fmla="val -32060"/>
              <a:gd name="adj6" fmla="val -10274"/>
            </a:avLst>
          </a:prstGeom>
          <a:noFill/>
          <a:ln>
            <a:solidFill>
              <a:srgbClr val="33B2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Download Datasheets</a:t>
            </a:r>
          </a:p>
          <a:p>
            <a:pPr algn="ctr"/>
            <a:r>
              <a:rPr lang="en-GB" sz="1600" dirty="0" smtClean="0">
                <a:solidFill>
                  <a:srgbClr val="FF0000"/>
                </a:solidFill>
              </a:rPr>
              <a:t>New Function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40159" y="5213732"/>
            <a:ext cx="2150492" cy="461916"/>
          </a:xfrm>
          <a:prstGeom prst="roundRect">
            <a:avLst/>
          </a:prstGeom>
          <a:solidFill>
            <a:srgbClr val="DF1417">
              <a:alpha val="6000"/>
            </a:srgbClr>
          </a:solidFill>
          <a:ln w="15875">
            <a:solidFill>
              <a:srgbClr val="33B2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F1417"/>
              </a:solidFill>
            </a:endParaRPr>
          </a:p>
        </p:txBody>
      </p:sp>
      <p:sp>
        <p:nvSpPr>
          <p:cNvPr id="25" name="Line Callout 2 (No Border) 24"/>
          <p:cNvSpPr/>
          <p:nvPr/>
        </p:nvSpPr>
        <p:spPr>
          <a:xfrm>
            <a:off x="5233188" y="5638715"/>
            <a:ext cx="2981898" cy="850937"/>
          </a:xfrm>
          <a:prstGeom prst="callout2">
            <a:avLst>
              <a:gd name="adj1" fmla="val 11932"/>
              <a:gd name="adj2" fmla="val 17862"/>
              <a:gd name="adj3" fmla="val -2447"/>
              <a:gd name="adj4" fmla="val 17602"/>
              <a:gd name="adj5" fmla="val -2675"/>
              <a:gd name="adj6" fmla="val 43325"/>
            </a:avLst>
          </a:prstGeom>
          <a:noFill/>
          <a:ln>
            <a:solidFill>
              <a:srgbClr val="33B2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Weight and Volume Estimation </a:t>
            </a:r>
          </a:p>
          <a:p>
            <a:pPr algn="ctr"/>
            <a:r>
              <a:rPr lang="en-GB" sz="1600" dirty="0">
                <a:solidFill>
                  <a:srgbClr val="FF0000"/>
                </a:solidFill>
              </a:rPr>
              <a:t>New </a:t>
            </a:r>
            <a:r>
              <a:rPr lang="en-GB" sz="1600" dirty="0" smtClean="0">
                <a:solidFill>
                  <a:srgbClr val="FF0000"/>
                </a:solidFill>
              </a:rPr>
              <a:t>Function</a:t>
            </a:r>
            <a:endParaRPr lang="en-GB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8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Hands 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A3B7A4-2AEE-4359-9C5C-060B368B9915}" type="slidenum">
              <a:rPr lang="en-GB" smtClean="0"/>
              <a:pPr/>
              <a:t>6</a:t>
            </a:fld>
            <a:endParaRPr lang="en-GB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32680454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523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26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OFFICEATWORKPOWERPOINTMASTERTEMPLATECONFIGURATION" val="&lt;!--Created with officeatwork--&gt;&#10;&lt;MasterTemplateConfiguration&gt;&#10;  &lt;TableOfContentsCollection&gt;&#10;    &lt;TableOfContents&gt;&#10;      &lt;Id&gt;022330af-a3b2-4796-8f7d-1374b4159639&lt;/Id&gt;&#10;      &lt;IdName&gt;Agenda&lt;/IdName&gt;&#10;      &lt;Label&gt;&amp;lt;translate&amp;gt;Doc.Agenda&amp;lt;/translate&amp;gt;&lt;/Label&gt;&#10;      &lt;ImageMso&gt;&lt;/ImageMso&gt;&#10;      &lt;Image&gt;&lt;/Image&gt;&#10;      &lt;ShowToc&gt;true&lt;/ShowToc&gt;&#10;      &lt;Layout&gt;Datwyler Agenda&lt;/Layout&gt;&#10;      &lt;TableOfContentsTitle&gt;Agenda&lt;/TableOfContentsTitle&gt;&#10;      &lt;Insert&gt;Datwyler Title&lt;/Insert&gt;&#10;      &lt;InsertRelativePosition&gt;After&lt;/InsertRelativePosition&gt;&#10;      &lt;Level1&gt;Datwyler Chapter 1; Datwyler Chapter 2; Datwyler Chapter 3&lt;/Level1&gt;&#10;      &lt;Level2&gt;&lt;/Level2&gt;&#10;      &lt;Level3&gt;&lt;/Level3&gt;&#10;      &lt;Level4&gt;&lt;/Level4&gt;&#10;      &lt;Level5&gt;&lt;/Level5&gt;&#10;      &lt;ShowPositionIndicatorSlides&gt;false&lt;/ShowPositionIndicatorSlides&gt;&#10;      &lt;UseSeparatePositionIndicatorSlides&gt;false&lt;/UseSeparatePositionIndicatorSlides&gt;&#10;      &lt;PositionIndicatorSlidesLayout&gt;&lt;/PositionIndicatorSlidesLayout&gt;&#10;      &lt;PositionIndicatorSlidesTitle&gt;&lt;/PositionIndicatorSlidesTitle&gt;&#10;      &lt;PositionIndicatorSlidesInsertRelativePosition&gt;Before&lt;/PositionIndicatorSlidesInsertRelativePosition&gt;&#10;      &lt;PositionIndicatorSlidesLevel1&gt;&lt;/PositionIndicatorSlidesLevel1&gt;&#10;      &lt;PositionIndicatorSlidesLevel2&gt;&lt;/PositionIndicatorSlidesLevel2&gt;&#10;      &lt;PositionIndicatorSlidesLevel3&gt;&lt;/PositionIndicatorSlidesLevel3&gt;&#10;      &lt;PositionIndicatorSlidesLevel4&gt;&lt;/PositionIndicatorSlidesLevel4&gt;&#10;      &lt;IsSelected&gt;false&lt;/IsSelected&gt;&#10;      &lt;IsExpanded&gt;false&lt;/IsExpanded&gt;&#10;    &lt;/TableOfContents&gt;&#10;  &lt;/TableOfContentsCollection&gt;&#10;  &lt;ThemeDefinition&gt;&#10;    &lt;DefaultThemeDefinition&gt;[[GetMasterPropertyValue(&quot;Organisation&quot;, &quot;PpThemesDefault&quot;)]]&lt;/DefaultThemeDefinition&gt;&#10;    &lt;PresentationThemeDefinition&gt;[[GetMasterPropertyValue(&quot;Organisation&quot;, &quot;PpThemesPresentation&quot;)]]&lt;/PresentationThemeDefinition&gt;&#10;    &lt;SlideThemeDefinition&gt;[[GetMasterPropertyValue(&quot;Organisation&quot;, &quot;PpThemesSlide&quot;)]]&lt;/SlideThemeDefinition&gt;&#10;    &lt;ObjectThemeDefinition&gt;[[GetMasterPropertyValue(&quot;Organisation&quot;, &quot;PpThemesObject&quot;)]]&lt;/ObjectThemeDefinition&gt;&#10;  &lt;/ThemeDefinition&gt;&#10;  &lt;MasterProperties&gt;&#10;    &lt;MasterProperty Id=&quot;2004112217333376588294&quot;&gt;&#10;      &lt;Fields&gt;&#10;        &lt;Field Id=&quot;2010032915520270663768&quot; ShowField=&quot;false&quot; /&gt;&#10;        &lt;Field Id=&quot;2012012520080780558727&quot; ShowField=&quot;false&quot; /&gt;&#10;        &lt;Field Id=&quot;2012012520054785565395&quot; ShowField=&quot;false&quot; /&gt;&#10;        &lt;Field Id=&quot;2012051113445250971843&quot; ShowField=&quot;false&quot; /&gt;&#10;        &lt;Field Id=&quot;2012051217593341965603&quot; ShowField=&quot;false&quot; /&gt;&#10;        &lt;Field Id=&quot;2012051219533597871639&quot; ShowField=&quot;false&quot; /&gt;&#10;        &lt;Field Id=&quot;2012051314191720644664&quot; ShowField=&quot;false&quot; /&gt;&#10;        &lt;Field Id=&quot;2011982347978498756646&quot; ShowField=&quot;false&quot; /&gt;&#10;        &lt;Field Id=&quot;2012012520083872958843&quot; ShowField=&quot;false&quot; /&gt;&#10;        &lt;Field Id=&quot;2012051314300579001980&quot; ShowField=&quot;false&quot; /&gt;&#10;        &lt;Field Id=&quot;2012051314300617656109&quot; ShowField=&quot;false&quot; /&gt;&#10;        &lt;Field Id=&quot;2012051219550534849682&quot; ShowField=&quot;false&quot; /&gt;&#10;        &lt;Field Id=&quot;2012051223574977594707&quot; ShowField=&quot;false&quot; /&gt;&#10;        &lt;Field Id=&quot;2012012520071652886181&quot; ShowField=&quot;false&quot; /&gt;&#10;        &lt;Field Id=&quot;2012012520080998865719&quot; ShowField=&quot;false&quot; /&gt;&#10;        &lt;Field Id=&quot;2012051116103677319072&quot; ShowField=&quot;false&quot; /&gt;&#10;        &lt;Field Id=&quot;2012051218043923315288&quot; ShowField=&quot;false&quot; /&gt;&#10;        &lt;Field Id=&quot;2012051323053699301250&quot; ShowField=&quot;true&quot; /&gt;&#10;        &lt;Field Id=&quot;2012051323055397148113&quot; ShowField=&quot;true&quot; /&gt;&#10;        &lt;Field Id=&quot;2012051323064190507808&quot; ShowField=&quot;true&quot; /&gt;&#10;        &lt;Field Id=&quot;2012051323072076643215&quot; ShowField=&quot;true&quot; /&gt;&#10;        &lt;Field Id=&quot;2012051513465885375637&quot; ShowField=&quot;true&quot; /&gt;&#10;      &lt;/Fields&gt;&#10;    &lt;/MasterProperty&gt;&#10;  &lt;/MasterProperties&gt;&#10;  &lt;ContentItems&gt;&#10;    &lt;ContentItem Language=&quot;14337&quot; IsDefault=&quot;false&quot;&gt;&#10;      &lt;File HasContent=&quot;false&quot; LinkToLanguage=&quot;&quot; /&gt;&#10;    &lt;/ContentItem&gt;&#10;    &lt;ContentItem Language=&quot;2052&quot; IsDefault=&quot;false&quot;&gt;&#10;      &lt;File HasContent=&quot;false&quot; LinkToLanguage=&quot;&quot; /&gt;&#10;    &lt;/ContentItem&gt;&#10;    &lt;ContentItem Language=&quot;1029&quot; IsDefault=&quot;false&quot;&gt;&#10;      &lt;File HasContent=&quot;false&quot; LinkToLanguage=&quot;&quot; /&gt;&#10;    &lt;/ContentItem&gt;&#10;    &lt;ContentItem Language=&quot;1030&quot; IsDefault=&quot;false&quot;&gt;&#10;      &lt;File HasContent=&quot;false&quot; LinkToLanguage=&quot;&quot; /&gt;&#10;    &lt;/ContentItem&gt;&#10;    &lt;ContentItem Language=&quot;1043&quot; IsDefault=&quot;false&quot;&gt;&#10;      &lt;File HasContent=&quot;false&quot; LinkToLanguage=&quot;&quot; /&gt;&#10;    &lt;/ContentItem&gt;&#10;    &lt;ContentItem Language=&quot;2057&quot; IsDefault=&quot;false&quot;&gt;&#10;      &lt;File HasContent=&quot;false&quot; LinkToLanguage=&quot;&quot; /&gt;&#10;    &lt;/ContentItem&gt;&#10;    &lt;ContentItem Language=&quot;1033&quot; IsDefault=&quot;false&quot;&gt;&#10;      &lt;File HasContent=&quot;false&quot; LinkToLanguage=&quot;&quot; /&gt;&#10;    &lt;/ContentItem&gt;&#10;    &lt;ContentItem Language=&quot;1061&quot; IsDefault=&quot;false&quot;&gt;&#10;      &lt;File HasContent=&quot;false&quot; LinkToLanguage=&quot;&quot; /&gt;&#10;    &lt;/ContentItem&gt;&#10;    &lt;ContentItem Language=&quot;1035&quot; IsDefault=&quot;false&quot;&gt;&#10;      &lt;File HasContent=&quot;false&quot; LinkToLanguage=&quot;&quot; /&gt;&#10;    &lt;/ContentItem&gt;&#10;    &lt;ContentItem Language=&quot;1036&quot; IsDefault=&quot;false&quot;&gt;&#10;      &lt;File HasContent=&quot;false&quot; LinkToLanguage=&quot;&quot; /&gt;&#10;    &lt;/ContentItem&gt;&#10;    &lt;ContentItem Language=&quot;4108&quot; IsDefault=&quot;false&quot;&gt;&#10;      &lt;File HasContent=&quot;false&quot; LinkToLanguage=&quot;&quot; /&gt;&#10;    &lt;/ContentItem&gt;&#10;    &lt;ContentItem Language=&quot;1031&quot; IsDefault=&quot;false&quot;&gt;&#10;      &lt;File HasContent=&quot;false&quot; LinkToLanguage=&quot;&quot; /&gt;&#10;    &lt;/ContentItem&gt;&#10;    &lt;ContentItem Language=&quot;3079&quot; IsDefault=&quot;false&quot;&gt;&#10;      &lt;File HasContent=&quot;false&quot; LinkToLanguage=&quot;&quot; /&gt;&#10;    &lt;/ContentItem&gt;&#10;    &lt;ContentItem Language=&quot;2055&quot; IsDefault=&quot;true&quot;&gt;&#10;      &lt;File HasContent=&quot;true&quot; LinkToLanguage=&quot;&quot; /&gt;&#10;    &lt;/ContentItem&gt;&#10;    &lt;ContentItem Language=&quot;1040&quot; IsDefault=&quot;false&quot;&gt;&#10;      &lt;File HasContent=&quot;false&quot; LinkToLanguage=&quot;&quot; /&gt;&#10;    &lt;/ContentItem&gt;&#10;    &lt;ContentItem Language=&quot;2064&quot; IsDefault=&quot;false&quot;&gt;&#10;      &lt;File HasContent=&quot;false&quot; LinkToLanguage=&quot;&quot; /&gt;&#10;    &lt;/ContentItem&gt;&#10;    &lt;ContentItem Language=&quot;1062&quot; IsDefault=&quot;false&quot;&gt;&#10;      &lt;File HasContent=&quot;false&quot; LinkToLanguage=&quot;&quot; /&gt;&#10;    &lt;/ContentItem&gt;&#10;    &lt;ContentItem Language=&quot;1063&quot; IsDefault=&quot;false&quot;&gt;&#10;      &lt;File HasContent=&quot;false&quot; LinkToLanguage=&quot;&quot; /&gt;&#10;    &lt;/ContentItem&gt;&#10;    &lt;ContentItem Language=&quot;1044&quot; IsDefault=&quot;false&quot;&gt;&#10;      &lt;File HasContent=&quot;false&quot; LinkToLanguage=&quot;&quot; /&gt;&#10;    &lt;/ContentItem&gt;&#10;    &lt;ContentItem Language=&quot;1045&quot; IsDefault=&quot;false&quot;&gt;&#10;      &lt;File HasContent=&quot;false&quot; LinkToLanguage=&quot;&quot; /&gt;&#10;    &lt;/ContentItem&gt;&#10;    &lt;ContentItem Language=&quot;1049&quot; IsDefault=&quot;false&quot;&gt;&#10;      &lt;File HasContent=&quot;false&quot; LinkToLanguage=&quot;&quot; /&gt;&#10;    &lt;/ContentItem&gt;&#10;    &lt;ContentItem Language=&quot;1034&quot; IsDefault=&quot;false&quot;&gt;&#10;      &lt;File HasContent=&quot;false&quot; LinkToLanguage=&quot;&quot; /&gt;&#10;    &lt;/ContentItem&gt;&#10;    &lt;ContentItem Language=&quot;1053&quot; IsDefault=&quot;false&quot;&gt;&#10;      &lt;File HasContent=&quot;false&quot; LinkToLanguage=&quot;&quot; /&gt;&#10;    &lt;/ContentItem&gt;&#10;    &lt;ContentItem Language=&quot;1058&quot; IsDefault=&quot;false&quot;&gt;&#10;      &lt;File HasContent=&quot;false&quot; LinkToLanguage=&quot;&quot; /&gt;&#10;    &lt;/ContentItem&gt;&#10;  &lt;/ContentItems&gt;&#10;&lt;/MasterTemplateConfiguration&gt;"/>
  <p:tag name="OFFICEATWORKPOWERPOINTMASTERTEMPLATEID" val="Presentation"/>
  <p:tag name="OAWWIZARDSTEPS" val="0|1|4"/>
  <p:tag name="ZOAWLANGID" val="2057"/>
  <p:tag name="OAWDOCPROPSOURCE" val="&lt;DocProps&gt;&lt;DocProp UID=&quot;2002122011014149059130932&quot; EntryUID=&quot;2014032710095284223537&quot;&gt;&lt;Field Name=&quot;IDName&quot; Value=&quot;Datwyler Cabling Solutions LLC&quot;/&gt;&lt;Field Name=&quot;Organisation&quot; Value=&quot;Datwyler Cabling Solutions LLC&quot;/&gt;&lt;Field Name=&quot;Division&quot; Value=&quot;Datwyler Cabling Solutions&quot;/&gt;&lt;Field Name=&quot;City&quot; Value=&quot;Dubai&quot;/&gt;&lt;Field Name=&quot;Phone&quot; Value=&quot;+97144228129&quot;/&gt;&lt;Field Name=&quot;Internet&quot; Value=&quot;www.cabling.datwyler.com&quot;/&gt;&lt;Field Name=&quot;FooterAddress1&quot; Value=&quot;Datwyler Cabling Solutions LLC, Unit 1004 &amp;amp; 1005, 10 Floor, IB Tower, Business Bay, Dubai, U.A.E.&quot;/&gt;&lt;Field Name=&quot;FooterAddress2&quot; Value=&quot;T +971 4 422 8129, F +971 4 422 8096, info.cabling.ae@datwyler.com, www.cabling.datwyler.com&quot;/&gt;&lt;Field Name=&quot;FooterAddress3&quot; Value=&quot;&quot;/&gt;&lt;Field Name=&quot;FooterAddress4&quot; Value=&quot;&quot;/&gt;&lt;Field Name=&quot;FooterAddress5&quot; Value=&quot;&quot;/&gt;&lt;Field Name=&quot;FooterAddress6&quot; Value=&quot;&quot;/&gt;&lt;Field Name=&quot;FooterLegal1&quot; Value=&quot;&quot;/&gt;&lt;Field Name=&quot;FooterLegal2&quot; Value=&quot;&quot;/&gt;&lt;Field Name=&quot;FooterLegal3&quot; Value=&quot;&quot;/&gt;&lt;Field Name=&quot;FooterLegal4&quot; Value=&quot;&quot;/&gt;&lt;Field Name=&quot;FooterLegal5&quot; Value=&quot;&quot;/&gt;&lt;Field Name=&quot;FooterLegal6&quot; Value=&quot;&quot;/&gt;&lt;Field Name=&quot;FooterLegal7&quot; Value=&quot;&quot;/&gt;&lt;Field Name=&quot;FooterLegal8&quot; Value=&quot;&quot;/&gt;&lt;Field Name=&quot;FooterLegal9&quot; Value=&quot;&quot;/&gt;&lt;Field Name=&quot;FooterLegal10&quot; Value=&quot;&quot;/&gt;&lt;Field Name=&quot;EmailOrganisationBold&quot; Value=&quot;&quot;/&gt;&lt;Field Name=&quot;EmailOrganisationNormal&quot; Value=&quot;Datwyler Cabling Solutions&quot;/&gt;&lt;Field Name=&quot;EMailAddress1&quot; Value=&quot;&quot;/&gt;&lt;Field Name=&quot;EMailAddress2&quot; Value=&quot;Unit 1004 &amp;amp; 1005, 10 Floor, IB Tower&quot;/&gt;&lt;Field Name=&quot;EMailAddress3&quot; Value=&quot;Business Bay, Dubai&quot;/&gt;&lt;Field Name=&quot;EMailAddress4&quot; Value=&quot;Dubai, UAE&quot;/&gt;&lt;Field Name=&quot;EMailAddress5&quot; Value=&quot;&quot;/&gt;&lt;Field Name=&quot;EMailAddress6&quot; Value=&quot;&quot;/&gt;&lt;Field Name=&quot;EMailFooterLegal1&quot; Value=&quot;&quot;/&gt;&lt;Field Name=&quot;EMailFooterLegal2&quot; Value=&quot;&quot;/&gt;&lt;Field Name=&quot;EMailFooterLegal3&quot; Value=&quot;&quot;/&gt;&lt;Field Name=&quot;EMailFooterLegal4&quot; Value=&quot;&quot;/&gt;&lt;Field Name=&quot;EMailFooterLegal5&quot; Value=&quot;&quot;/&gt;&lt;Field Name=&quot;EMailMarketingClaimText1&quot; Value=&quot;&quot;/&gt;&lt;Field Name=&quot;EMailMarketingClaimText2&quot; Value=&quot;&quot;/&gt;&lt;Field Name=&quot;EMailMarketingClaimText3&quot; Value=&quot;&quot;/&gt;&lt;Field Name=&quot;EMailMarketingClaimText1HTML&quot; Value=&quot;&quot;/&gt;&lt;Field Name=&quot;EMailMarketingClaimText2HTML&quot; Value=&quot;&quot;/&gt;&lt;Field Name=&quot;EMailMarketingClaimText3HTML&quot; Value=&quot;&quot;/&gt;&lt;Field Name=&quot;OlLogoSignature&quot; Value=&quot;&quot;/&gt;&lt;Field Name=&quot;WdA4LogoColorPortrait&quot; Value=&quot;%Logos%\Word\Datwyler\WD_Datwyler_A4_Portrait_color.2100.400.wmf&quot;/&gt;&lt;Field Name=&quot;WdA4LogoBlackWhitePortrait&quot; Value=&quot;%Logos%\WD_Datwyler_A4_Portrait_bw.2100.400.wmf&quot;/&gt;&lt;Field Name=&quot;WdA4LogoColorLandscape&quot; Value=&quot;%Logos%\Word\Datwyler\DAT_LogoDat_297x40_farbig.2970.400.wmf&quot;/&gt;&lt;Field Name=&quot;WdA4LogoBlackWhiteLandscape&quot; Value=&quot;%Logos%\Word\Datwyler\DAT_LogoDat_297x40_sw.2970.400.wmf&quot;/&gt;&lt;Field Name=&quot;WdA4LogoBrandImageColorPortrait&quot; Value=&quot;%Logos%\Word\Datwyler\DAT_LogoDat_Brandsymbol_210x60_farbig.2100.600.wmf&quot;/&gt;&lt;Field Name=&quot;WdA4LogoBrandImageBlackWhitePortrait&quot; Value=&quot;%Logos%\Word\Datwyler\DAT_LogoDat_Brandsymbol_210x60_sw.2100.600.wmf&quot;/&gt;&lt;Field Name=&quot;WdA4LogoUnitFooterColorPortrait&quot; Value=&quot;%Logos%\Word\Cabling_Solutions\DAT_Zusatz_CablingSolutions_210x20_farbig.2100.200.wmf&quot;/&gt;&lt;Field Name=&quot;WdA4LogoUnitFooterBlackWhitePortrait&quot; Value=&quot;%Logos%\Word\Cabling_Solutions\DAT_Zusatz_CablingSolutions_210x20_sw.2100.200.wmf&quot;/&gt;&lt;Field Name=&quot;WdLetterLogoColorPortrait&quot; Value=&quot;&quot;/&gt;&lt;Field Name=&quot;WdLetterLogoBlackWhitePortrait&quot; Value=&quot;&quot;/&gt;&lt;Field Name=&quot;WdLetterLogoColorLandscape&quot; Value=&quot;&quot;/&gt;&lt;Field Name=&quot;WdLetterLogoBlackWhiteLandscape&quot; Value=&quot;&quot;/&gt;&lt;Field Name=&quot;WdLetterLogoBrandImageColorPortrait&quot; Value=&quot;&quot;/&gt;&lt;Field Name=&quot;WdLetterLogoBrandImageBlackWhitePortrait&quot; Value=&quot;&quot;/&gt;&lt;Field Name=&quot;WdLetterLogoUnitFooterColorPortrait&quot; Value=&quot;&quot;/&gt;&lt;Field Name=&quot;WdLetterLogoUnitFooterBlackWhitePortrait&quot; Value=&quot;&quot;/&gt;&lt;Field Name=&quot;WdCoverRightMarginColorPortrait&quot; Value=&quot;%Logos%\Word\Datwyler\DAT_Markensymbol_60x210_farbig.600.2100.wmf&quot;/&gt;&lt;Field Name=&quot;WdCoverRightMarginBlackWhitePortrait&quot; Value=&quot;%Logos%\Word\Datwyler\DAT_Markensymbol_60x210_sw.600.2100.wmf&quot;/&gt;&lt;Field Name=&quot;WdCoverRightMarginColorLandscape&quot; Value=&quot;%Logos%\Word\Datwyler\DAT_Markensymbol_50x160_farbig.500.1600.wmf&quot;/&gt;&lt;Field Name=&quot;WdCoverRightMarginBlackWhiteLandscape&quot; Value=&quot;%Logos%\Word\Datwyler\DAT_Markensymbol_50x160_sw.500.1600.wmf&quot;/&gt;&lt;Field Name=&quot;WdCobrandColor&quot; Value=&quot;&quot;/&gt;&lt;Field Name=&quot;WdCobrandBlackWhite&quot; Value=&quot;&quot;/&gt;&lt;Field Name=&quot;IntroductionBeforeSubject&quot; Value=&quot;&quot;/&gt;&lt;Field Name=&quot;RecipientHorizontalOffset&quot; Value=&quot;&quot;/&gt;&lt;Field Name=&quot;RecipientVerticalOffset&quot; Value=&quot;&quot;/&gt;&lt;Field Name=&quot;PpFooter&quot; Value=&quot;© Datwyler, www.cabling.datwyler.com&quot;/&gt;&lt;Field Name=&quot;PpFooterAddress1&quot; Value=&quot;&quot;/&gt;&lt;Field Name=&quot;PpFooterAddress2&quot; Value=&quot;&quot;/&gt;&lt;Field Name=&quot;PpFooterAddress3&quot; Value=&quot;&quot;/&gt;&lt;Field Name=&quot;PpFooterAddress4&quot; Value=&quot;&quot;/&gt;&lt;Field Name=&quot;PpFooterAddress5&quot; Value=&quot;&quot;/&gt;&lt;Field Name=&quot;PpFooterAddress6&quot; Value=&quot;&quot;/&gt;&lt;Field Name=&quot;PpThemesDefault&quot; Value=&quot;&quot;/&gt;&lt;Field Name=&quot;PpThemesPresentation&quot; Value=&quot;&quot;/&gt;&lt;Field Name=&quot;PpThemesSlide&quot; Value=&quot;&quot;/&gt;&lt;Field Name=&quot;PpThemesObject&quot; Value=&quot;&quot;/&gt;&lt;Field Name=&quot;PpBackgroundTitle43&quot; Value=&quot;%Logos%\PowerPoint\Datwyler\DAT_Datwyler_PPT_S1.wmf&quot;/&gt;&lt;Field Name=&quot;PpBackground1Chapter43&quot; Value=&quot;%Logos%\PowerPoint\Datwyler\DAT_Datwyler_PPT_S2.wmf&quot;/&gt;&lt;Field Name=&quot;PpBackground2Chapter43&quot; Value=&quot;%Logos%\PowerPoint\Datwyler\DAT_Datwyler_PPT_S3.wmf&quot;/&gt;&lt;Field Name=&quot;PpBackground3Chapter43&quot; Value=&quot;%Logos%\PowerPoint\Datwyler\DAT_Datwyler_PPT_S4.wmf&quot;/&gt;&lt;Field Name=&quot;PpBackgroundContent43&quot; Value=&quot;%Logos%\PowerPoint\Datwyler\DAT_Datwyler_PPT_S5.wmf&quot;/&gt;&lt;Field Name=&quot;PpBackgroundLast43&quot; Value=&quot;%Logos%\PowerPoint\Datwyler\DAT_Datwyler_PPT_S6.wmf&quot;/&gt;&lt;Field Name=&quot;Data_UID&quot; Value=&quot;2014032710095284223537&quot;/&gt;&lt;Field Name=&quot;Field_Name&quot; Value=&quot;City&quot;/&gt;&lt;Field Name=&quot;Field_UID&quot; Value=&quot;2012012519584952322002&quot;/&gt;&lt;Field Name=&quot;ML_LCID&quot; Value=&quot;2057&quot;/&gt;&lt;Field Name=&quot;ML_Value&quot; Value=&quot;&quot;/&gt;&lt;/DocProp&gt;&lt;DocProp UID=&quot;2006040509495284662868&quot; EntryUID=&quot;2016112909332353170096&quot;&gt;&lt;Field Name=&quot;IDName&quot; Value=&quot;Shaheer&quot;/&gt;&lt;Field Name=&quot;Name&quot; Value=&quot;Shaheer Shaaban&quot;/&gt;&lt;Field Name=&quot;AuthorisedSignatory&quot; Value=&quot;&quot;/&gt;&lt;Field Name=&quot;DirectPhone&quot; Value=&quot;&quot;/&gt;&lt;Field Name=&quot;DirectFax&quot; Value=&quot;&quot;/&gt;&lt;Field Name=&quot;Mobile&quot; Value=&quot;+971559909083&quot;/&gt;&lt;Field Name=&quot;EMail&quot; Value=&quot;shaheer.shaaban@datwyler.com&quot;/&gt;&lt;Field Name=&quot;Function&quot; Value=&quot;Internal Sales Manager&quot;/&gt;&lt;Field Name=&quot;Function2&quot; Value=&quot;&quot;/&gt;&lt;Field Name=&quot;Function3&quot; Value=&quot;&quot;/&gt;&lt;Field Name=&quot;SignaturePicture&quot; Value=&quot;&quot;/&gt;&lt;Field Name=&quot;Initials&quot; Value=&quot;&quot;/&gt;&lt;Field Name=&quot;Data_UID&quot; Value=&quot;2016112909332353170096&quot;/&gt;&lt;Field Name=&quot;Field_Name&quot; Value=&quot;&quot;/&gt;&lt;Field Name=&quot;Field_UID&quot; Value=&quot;&quot;/&gt;&lt;Field Name=&quot;ML_LCID&quot; Value=&quot;&quot;/&gt;&lt;Field Name=&quot;ML_Value&quot; Value=&quot;&quot;/&gt;&lt;/DocProp&gt;&lt;DocProp UID=&quot;200212191811121321310321301031x&quot; EntryUID=&quot;2016112909332353170096&quot;&gt;&lt;Field Name=&quot;IDName&quot; Value=&quot;Shaheer&quot;/&gt;&lt;Field Name=&quot;Name&quot; Value=&quot;Shaheer Shaaban&quot;/&gt;&lt;Field Name=&quot;AuthorisedSignatory&quot; Value=&quot;&quot;/&gt;&lt;Field Name=&quot;DirectPhone&quot; Value=&quot;&quot;/&gt;&lt;Field Name=&quot;DirectFax&quot; Value=&quot;&quot;/&gt;&lt;Field Name=&quot;Mobile&quot; Value=&quot;+971559909083&quot;/&gt;&lt;Field Name=&quot;EMail&quot; Value=&quot;shaheer.shaaban@datwyler.com&quot;/&gt;&lt;Field Name=&quot;Function&quot; Value=&quot;Internal Sales Manager&quot;/&gt;&lt;Field Name=&quot;Function2&quot; Value=&quot;&quot;/&gt;&lt;Field Name=&quot;Function3&quot; Value=&quot;&quot;/&gt;&lt;Field Name=&quot;SignaturePicture&quot; Value=&quot;&quot;/&gt;&lt;Field Name=&quot;Initials&quot; Value=&quot;&quot;/&gt;&lt;Field Name=&quot;Data_UID&quot; Value=&quot;2016112909332353170096&quot;/&gt;&lt;Field Name=&quot;Field_Name&quot; Value=&quot;&quot;/&gt;&lt;Field Name=&quot;Field_UID&quot; Value=&quot;&quot;/&gt;&lt;Field Name=&quot;ML_LCID&quot; Value=&quot;&quot;/&gt;&lt;Field Name=&quot;ML_Value&quot; Value=&quot;&quot;/&gt;&lt;/DocProp&gt;&lt;DocProp UID=&quot;2002122010583847234010578&quot; EntryUID=&quot;2016112909332353170096&quot;&gt;&lt;Field Name=&quot;IDName&quot; Value=&quot;Shaheer&quot;/&gt;&lt;Field Name=&quot;Name&quot; Value=&quot;Shaheer Shaaban&quot;/&gt;&lt;Field Name=&quot;AuthorisedSignatory&quot; Value=&quot;&quot;/&gt;&lt;Field Name=&quot;DirectPhone&quot; Value=&quot;&quot;/&gt;&lt;Field Name=&quot;DirectFax&quot; Value=&quot;&quot;/&gt;&lt;Field Name=&quot;Mobile&quot; Value=&quot;+971559909083&quot;/&gt;&lt;Field Name=&quot;EMail&quot; Value=&quot;shaheer.shaaban@datwyler.com&quot;/&gt;&lt;Field Name=&quot;Function&quot; Value=&quot;Internal Sales Manager&quot;/&gt;&lt;Field Name=&quot;Function2&quot; Value=&quot;&quot;/&gt;&lt;Field Name=&quot;Function3&quot; Value=&quot;&quot;/&gt;&lt;Field Name=&quot;SignaturePicture&quot; Value=&quot;&quot;/&gt;&lt;Field Name=&quot;Initials&quot; Value=&quot;&quot;/&gt;&lt;Field Name=&quot;Data_UID&quot; Value=&quot;2016112909332353170096&quot;/&gt;&lt;Field Name=&quot;Field_Name&quot; Value=&quot;&quot;/&gt;&lt;Field Name=&quot;Field_UID&quot; Value=&quot;&quot;/&gt;&lt;Field Name=&quot;ML_LCID&quot; Value=&quot;&quot;/&gt;&lt;Field Name=&quot;ML_Value&quot; Value=&quot;&quot;/&gt;&lt;/DocProp&gt;&lt;DocProp UID=&quot;2003061115381095709037&quot; EntryUID=&quot;2003121817293296325874&quot;&gt;&lt;Field Name=&quot;IDName&quot; Value=&quot;(None)&quot;/&gt;&lt;/DocProp&gt;&lt;DocProp UID=&quot;2004112217333376588294&quot; EntryUID=&quot;2004123010144120300001&quot;&gt;&lt;Field UID=&quot;2012051323053699301250&quot; Name=&quot;PowerPointTitle&quot; Value=&quot;Price List &amp;amp; Design Tool&quot;/&gt;&lt;Field UID=&quot;2012051323055397148113&quot; Name=&quot;PowerPointSubtitle&quot; Value=&quot;New Version Updates &quot;/&gt;&lt;Field UID=&quot;2012051323064190507808&quot; Name=&quot;PowerPointDate&quot; Value=&quot;June 19th, 2017&quot;/&gt;&lt;Field UID=&quot;2012051323072076643215&quot; Name=&quot;PowerPointClosing&quot; Value=&quot;Thank you&quot;/&gt;&lt;Field UID=&quot;2012051513465885375637&quot; Name=&quot;PowerPointTitleFooter&quot; Value=&quot;&quot;/&gt;&lt;/DocProp&gt;&lt;/DocProps&gt;&#10;"/>
  <p:tag name="OFFICEATWORKPRESENTATIONPROJECTID" val="datwylerco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‹#›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PowerPointImage(&quot;BackgroundContent&quot;, GetMasterPropertyValue(&quot;Organisation&quot;, &quot;PpBackgroundContent43&quot;))]]"/>
  <p:tag name="OFFICEATWORKPICTUREIDENTIFIER" val="BackgroundConten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IF(GetMasterPropertyValue(&quot;CustomField&quot;, &quot;PowerPointTitleFooter&quot;)=&quot;&quot;, GetMasterPropertyValue(&quot;CustomField&quot;, &quot;PowerPointTitle&quot;), GetMasterPropertyValue(&quot;CustomField&quot;, &quot;PowerPointTitleFooter&quot;)) &amp; IF(GetMasterPropertyValue(&quot;CustomField&quot;, &quot;PowerPointDate&quot;)=&quot;&quot;, &quot;&quot;, &quot;, &quot; &amp; GetMasterPropertyValue(&quot;CustomField&quot;, &quot;PowerPointDate&quot;)) &amp; IF(GetMasterPropertyValue(&quot;Organisation&quot;, &quot;PpFooter&quot;)=&quot;&quot;, &quot;&quot;, &quot; / &quot; &amp; GetMasterPropertyValue(&quot;Organisation&quot;, &quot;PpFooter&quot;))]]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IF(GetMasterPropertyValue(&quot;CustomField&quot;, &quot;PowerPointTitleFooter&quot;)=&quot;&quot;, GetMasterPropertyValue(&quot;CustomField&quot;, &quot;PowerPointTitle&quot;), GetMasterPropertyValue(&quot;CustomField&quot;, &quot;PowerPointTitleFooter&quot;)) &amp; IF(GetMasterPropertyValue(&quot;CustomField&quot;, &quot;PowerPointDate&quot;)=&quot;&quot;, &quot;&quot;, &quot;, &quot; &amp; GetMasterPropertyValue(&quot;CustomField&quot;, &quot;PowerPointDate&quot;)) &amp; IF(GetMasterPropertyValue(&quot;Organisation&quot;, &quot;PpFooter&quot;)=&quot;&quot;, &quot;&quot;, &quot; / &quot; &amp; GetMasterPropertyValue(&quot;Organisation&quot;, &quot;PpFooter&quot;))]]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PowerPointImage(&quot;BackgroundTitle&quot;, GetMasterPropertyValue(&quot;Organisation&quot;, &quot;PpBackgroundTitle43&quot;))]]"/>
  <p:tag name="OFFICEATWORKPICTUREIDENTIFIER" val="Background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GetMasterPropertyValue(&quot;Author&quot;, &quot;Name&quot;)]][[GetMasterPropertyValue(&quot;Author&quot;, &quot;Function&quot;) &amp; IF(GetMasterPropertyValue(&quot;Author&quot;, &quot;Function2&quot;)=&quot;&quot;, &quot;&quot;, &quot;, &quot; &amp; GetMasterPropertyValue(&quot;Author&quot;, &quot;Function2&quot;)) &amp; IF(GetMasterPropertyValue(&quot;Author&quot;, &quot;Function3&quot;)=&quot;&quot;, &quot;&quot;, &quot;, &quot; &amp; GetMasterPropertyValue(&quot;Author&quot;, &quot;Function3&quot;))]]&#10;[[GetMasterPropertyValue(&quot;CustomField&quot;, &quot;PowerPointDate&quot;)]]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GetMasterPropertyValue(&quot;CustomField&quot;, &quot;PowerPointTitle&quot;)]]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GetMasterPropertyValue(&quot;CustomField&quot;, &quot;PowerPointSubtitle&quot;)]]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itle sty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ext style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‹#›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itle sty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‹#›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PowerPointImage(&quot;Background1Chapter&quot;, GetMasterPropertyValue(&quot;Organisation&quot;, &quot;PpBackground1Chapter43&quot;))]]"/>
  <p:tag name="OFFICEATWORKPICTUREIDENTIFIER" val="Background1Chap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itle sty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‹#›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PowerPointImage(&quot;Background1Chapter&quot;, GetMasterPropertyValue(&quot;Organisation&quot;, &quot;PpBackground2Chapter43&quot;))]]"/>
  <p:tag name="OFFICEATWORKPICTUREIDENTIFIER" val="Background1Chapt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itle sty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‹#›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PowerPointImage(&quot;Background1Chapter&quot;, GetMasterPropertyValue(&quot;Organisation&quot;, &quot;PpBackground3Chapter43&quot;))]]"/>
  <p:tag name="OFFICEATWORKPICTUREIDENTIFIER" val="Background1Chapt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PowerPointImage(&quot;Background1Chapter&quot;, GetMasterPropertyValue(&quot;Organisation&quot;, &quot;PpBackgroundLast43&quot;))]]"/>
  <p:tag name="OFFICEATWORKPICTUREIDENTIFIER" val="Background1Chapt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GetMasterPropertyValue(&quot;CustomField&quot;, &quot;PowerPointClosing&quot;)]]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[[GetMasterPropertyValue(&quot;Organisation&quot;, &quot;PpFooterAddress1&quot;) &amp; IF(GetMasterPropertyValue(&quot;Organisation&quot;, &quot;PpFooterAddress2&quot;)=&quot;&quot;, &quot;&quot;, &quot;&#10;&quot; &amp; GetMasterPropertyValue(&quot;Organisation&quot;, &quot;PpFooterAddress2&quot;)) &amp; IF(GetMasterPropertyValue(&quot;Organisation&quot;, &quot;PpFooterAddress3&quot;)=&quot;&quot;, &quot;&quot;, &quot;&#10;&quot; &amp; GetMasterPropertyValue(&quot;Organisation&quot;, &quot;PpFooterAddress3&quot;)) &amp; IF(GetMasterPropertyValue(&quot;Organisation&quot;, &quot;PpFooterAddress4&quot;)=&quot;&quot;, &quot;&quot;, &quot;&#10;&quot; &amp; GetMasterPropertyValue(&quot;Organisation&quot;, &quot;PpFooterAddress4&quot;)) &amp; IF(GetMasterPropertyValue(&quot;Organisation&quot;, &quot;PpFooterAddress5&quot;)=&quot;&quot;, &quot;&quot;, &quot;&#10;&quot; &amp; GetMasterPropertyValue(&quot;Organisation&quot;, &quot;PpFooterAddress5&quot;)) &amp; IF(GetMasterPropertyValue(&quot;Organisation&quot;, &quot;PpFooterAddress6&quot;)=&quot;&quot;, &quot;&quot;, &quot;&#10;&quot; &amp; GetMasterPropertyValue(&quot;Organisation&quot;, &quot;PpFooterAddress6&quot;))]]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icon to add pictur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itle sty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‹#›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itle sty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ext styles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‹#›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ext styles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itle sty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ext styles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‹#›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ext style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ext styles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itle sty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ext styles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‹#›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ATWORKSHAPETHEMENAME" val="datwyler.thmx"/>
  <p:tag name="OFFICATWORKEXPRESSIONTAG" val="Datwyler Design Tool 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ATWORKSHAPETHEMENAME" val="datwyler.thmx"/>
  <p:tag name="OFFICATWORKEXPRESSIONTAG" val="85"/>
</p:tagLst>
</file>

<file path=ppt/theme/theme1.xml><?xml version="1.0" encoding="utf-8"?>
<a:theme xmlns:a="http://schemas.openxmlformats.org/drawingml/2006/main" name="datwyler">
  <a:themeElements>
    <a:clrScheme name="Daetwyler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B3E2E9"/>
      </a:accent1>
      <a:accent2>
        <a:srgbClr val="7FCFD4"/>
      </a:accent2>
      <a:accent3>
        <a:srgbClr val="009FB4"/>
      </a:accent3>
      <a:accent4>
        <a:srgbClr val="4CBCCA"/>
      </a:accent4>
      <a:accent5>
        <a:srgbClr val="009FB4"/>
      </a:accent5>
      <a:accent6>
        <a:srgbClr val="009FB4"/>
      </a:accent6>
      <a:hlink>
        <a:srgbClr val="0070C0"/>
      </a:hlink>
      <a:folHlink>
        <a:srgbClr val="0070C0"/>
      </a:folHlink>
    </a:clrScheme>
    <a:fontScheme name="Dätwyl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>
          <a:defRPr sz="1800" b="1" dirty="0" smtClean="0">
            <a:latin typeface="+mn-lt"/>
          </a:defRPr>
        </a:defPPr>
      </a:lstStyle>
    </a:txDef>
  </a:objectDefaults>
  <a:extraClrSchemeLst>
    <a:extraClrScheme>
      <a:clrScheme name="TITELMAS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ELMAST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ELMAST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ELMAST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ELMAST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ELMAST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ELMAST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ELMAST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ELMAST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ELMAST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ELMAST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ELMAST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86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Bauhaus 93</vt:lpstr>
      <vt:lpstr>Verdana</vt:lpstr>
      <vt:lpstr>datwyler</vt:lpstr>
      <vt:lpstr>PowerPoint Presentation</vt:lpstr>
      <vt:lpstr>Price List Added Features</vt:lpstr>
      <vt:lpstr>Price List Screen View  </vt:lpstr>
      <vt:lpstr>Bill of Quantities  Screen View </vt:lpstr>
      <vt:lpstr>Datwyler Design Tool </vt:lpstr>
      <vt:lpstr>Hands On</vt:lpstr>
      <vt:lpstr>PowerPoint Presentation</vt:lpstr>
    </vt:vector>
  </TitlesOfParts>
  <Company>Daetwyler Holding AG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Imhof, Silvan</dc:creator>
  <cp:lastModifiedBy>Shaaban, Shaheer</cp:lastModifiedBy>
  <cp:revision>70</cp:revision>
  <cp:lastPrinted>2011-06-20T13:49:10Z</cp:lastPrinted>
  <dcterms:created xsi:type="dcterms:W3CDTF">2011-08-25T08:59:22Z</dcterms:created>
  <dcterms:modified xsi:type="dcterms:W3CDTF">2017-06-17T01:57:13Z</dcterms:modified>
</cp:coreProperties>
</file>